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6" r:id="rId2"/>
    <p:sldId id="257" r:id="rId3"/>
    <p:sldId id="260" r:id="rId4"/>
    <p:sldId id="259" r:id="rId5"/>
    <p:sldId id="261" r:id="rId6"/>
    <p:sldId id="262" r:id="rId7"/>
    <p:sldId id="263" r:id="rId8"/>
    <p:sldId id="264" r:id="rId9"/>
    <p:sldId id="265" r:id="rId10"/>
    <p:sldId id="266" r:id="rId11"/>
    <p:sldId id="267" r:id="rId12"/>
    <p:sldId id="268" r:id="rId13"/>
    <p:sldId id="269" r:id="rId14"/>
    <p:sldId id="270" r:id="rId15"/>
    <p:sldId id="271" r:id="rId16"/>
    <p:sldId id="272" r:id="rId17"/>
    <p:sldId id="273" r:id="rId18"/>
    <p:sldId id="274" r:id="rId19"/>
    <p:sldId id="275" r:id="rId20"/>
    <p:sldId id="276" r:id="rId21"/>
    <p:sldId id="277" r:id="rId22"/>
    <p:sldId id="278" r:id="rId2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78" d="100"/>
          <a:sy n="78" d="100"/>
        </p:scale>
        <p:origin x="878"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9" name="Group 18"/>
          <p:cNvGrpSpPr/>
          <p:nvPr/>
        </p:nvGrpSpPr>
        <p:grpSpPr>
          <a:xfrm>
            <a:off x="546100" y="-4763"/>
            <a:ext cx="5014912" cy="6862763"/>
            <a:chOff x="2928938" y="-4763"/>
            <a:chExt cx="5014912" cy="6862763"/>
          </a:xfrm>
        </p:grpSpPr>
        <p:sp>
          <p:nvSpPr>
            <p:cNvPr id="22" name="Freeform 6"/>
            <p:cNvSpPr/>
            <p:nvPr/>
          </p:nvSpPr>
          <p:spPr bwMode="auto">
            <a:xfrm>
              <a:off x="3367088" y="-4763"/>
              <a:ext cx="1063625" cy="2782888"/>
            </a:xfrm>
            <a:custGeom>
              <a:avLst/>
              <a:gdLst/>
              <a:ahLst/>
              <a:cxnLst/>
              <a:rect l="0" t="0" r="r" b="b"/>
              <a:pathLst>
                <a:path w="670" h="1753">
                  <a:moveTo>
                    <a:pt x="0" y="1696"/>
                  </a:moveTo>
                  <a:lnTo>
                    <a:pt x="225" y="1753"/>
                  </a:lnTo>
                  <a:lnTo>
                    <a:pt x="670" y="0"/>
                  </a:lnTo>
                  <a:lnTo>
                    <a:pt x="430" y="0"/>
                  </a:lnTo>
                  <a:lnTo>
                    <a:pt x="0" y="1696"/>
                  </a:lnTo>
                  <a:close/>
                </a:path>
              </a:pathLst>
            </a:custGeom>
            <a:solidFill>
              <a:schemeClr val="accent1"/>
            </a:solidFill>
            <a:ln>
              <a:noFill/>
            </a:ln>
          </p:spPr>
        </p:sp>
        <p:sp>
          <p:nvSpPr>
            <p:cNvPr id="23" name="Freeform 7"/>
            <p:cNvSpPr/>
            <p:nvPr/>
          </p:nvSpPr>
          <p:spPr bwMode="auto">
            <a:xfrm>
              <a:off x="2928938" y="-4763"/>
              <a:ext cx="1035050" cy="2673350"/>
            </a:xfrm>
            <a:custGeom>
              <a:avLst/>
              <a:gdLst/>
              <a:ahLst/>
              <a:cxnLst/>
              <a:rect l="0" t="0" r="r" b="b"/>
              <a:pathLst>
                <a:path w="652" h="1684">
                  <a:moveTo>
                    <a:pt x="225" y="1684"/>
                  </a:moveTo>
                  <a:lnTo>
                    <a:pt x="652" y="0"/>
                  </a:lnTo>
                  <a:lnTo>
                    <a:pt x="411" y="0"/>
                  </a:lnTo>
                  <a:lnTo>
                    <a:pt x="0" y="1627"/>
                  </a:lnTo>
                  <a:lnTo>
                    <a:pt x="219" y="1681"/>
                  </a:lnTo>
                  <a:lnTo>
                    <a:pt x="225" y="1684"/>
                  </a:lnTo>
                  <a:close/>
                </a:path>
              </a:pathLst>
            </a:custGeom>
            <a:solidFill>
              <a:schemeClr val="tx1">
                <a:lumMod val="65000"/>
                <a:lumOff val="35000"/>
              </a:schemeClr>
            </a:solidFill>
            <a:ln>
              <a:noFill/>
            </a:ln>
          </p:spPr>
        </p:sp>
        <p:sp>
          <p:nvSpPr>
            <p:cNvPr id="24" name="Freeform 9"/>
            <p:cNvSpPr/>
            <p:nvPr/>
          </p:nvSpPr>
          <p:spPr bwMode="auto">
            <a:xfrm>
              <a:off x="2928938" y="2582862"/>
              <a:ext cx="2693987" cy="4275138"/>
            </a:xfrm>
            <a:custGeom>
              <a:avLst/>
              <a:gdLst/>
              <a:ahLst/>
              <a:cxnLst/>
              <a:rect l="0" t="0" r="r" b="b"/>
              <a:pathLst>
                <a:path w="1697" h="2693">
                  <a:moveTo>
                    <a:pt x="0" y="0"/>
                  </a:moveTo>
                  <a:lnTo>
                    <a:pt x="1622" y="2693"/>
                  </a:lnTo>
                  <a:lnTo>
                    <a:pt x="1697" y="2693"/>
                  </a:lnTo>
                  <a:lnTo>
                    <a:pt x="0" y="0"/>
                  </a:lnTo>
                  <a:close/>
                </a:path>
              </a:pathLst>
            </a:custGeom>
            <a:solidFill>
              <a:schemeClr val="tx1">
                <a:lumMod val="85000"/>
                <a:lumOff val="15000"/>
              </a:schemeClr>
            </a:solidFill>
            <a:ln>
              <a:noFill/>
            </a:ln>
          </p:spPr>
        </p:sp>
        <p:sp>
          <p:nvSpPr>
            <p:cNvPr id="25" name="Freeform 10"/>
            <p:cNvSpPr/>
            <p:nvPr/>
          </p:nvSpPr>
          <p:spPr bwMode="auto">
            <a:xfrm>
              <a:off x="3371850" y="2692400"/>
              <a:ext cx="3332162" cy="4165600"/>
            </a:xfrm>
            <a:custGeom>
              <a:avLst/>
              <a:gdLst/>
              <a:ahLst/>
              <a:cxnLst/>
              <a:rect l="0" t="0" r="r" b="b"/>
              <a:pathLst>
                <a:path w="2099" h="2624">
                  <a:moveTo>
                    <a:pt x="2099" y="2624"/>
                  </a:moveTo>
                  <a:lnTo>
                    <a:pt x="0" y="0"/>
                  </a:lnTo>
                  <a:lnTo>
                    <a:pt x="2021" y="2624"/>
                  </a:lnTo>
                  <a:lnTo>
                    <a:pt x="2099" y="2624"/>
                  </a:lnTo>
                  <a:close/>
                </a:path>
              </a:pathLst>
            </a:custGeom>
            <a:solidFill>
              <a:schemeClr val="accent1">
                <a:lumMod val="50000"/>
              </a:schemeClr>
            </a:solidFill>
            <a:ln>
              <a:noFill/>
            </a:ln>
          </p:spPr>
        </p:sp>
        <p:sp>
          <p:nvSpPr>
            <p:cNvPr id="26" name="Freeform 11"/>
            <p:cNvSpPr/>
            <p:nvPr/>
          </p:nvSpPr>
          <p:spPr bwMode="auto">
            <a:xfrm>
              <a:off x="3367088" y="2687637"/>
              <a:ext cx="4576762" cy="4170363"/>
            </a:xfrm>
            <a:custGeom>
              <a:avLst/>
              <a:gdLst/>
              <a:ahLst/>
              <a:cxnLst/>
              <a:rect l="0" t="0" r="r" b="b"/>
              <a:pathLst>
                <a:path w="2883" h="2627">
                  <a:moveTo>
                    <a:pt x="0" y="0"/>
                  </a:moveTo>
                  <a:lnTo>
                    <a:pt x="3" y="3"/>
                  </a:lnTo>
                  <a:lnTo>
                    <a:pt x="2102" y="2627"/>
                  </a:lnTo>
                  <a:lnTo>
                    <a:pt x="2883" y="2627"/>
                  </a:lnTo>
                  <a:lnTo>
                    <a:pt x="225" y="57"/>
                  </a:lnTo>
                  <a:lnTo>
                    <a:pt x="0" y="0"/>
                  </a:lnTo>
                  <a:close/>
                </a:path>
              </a:pathLst>
            </a:custGeom>
            <a:solidFill>
              <a:schemeClr val="accent1">
                <a:lumMod val="75000"/>
              </a:schemeClr>
            </a:solidFill>
            <a:ln>
              <a:noFill/>
            </a:ln>
          </p:spPr>
        </p:sp>
        <p:sp>
          <p:nvSpPr>
            <p:cNvPr id="27" name="Freeform 12"/>
            <p:cNvSpPr/>
            <p:nvPr/>
          </p:nvSpPr>
          <p:spPr bwMode="auto">
            <a:xfrm>
              <a:off x="2928938" y="2578100"/>
              <a:ext cx="3584575" cy="4279900"/>
            </a:xfrm>
            <a:custGeom>
              <a:avLst/>
              <a:gdLst/>
              <a:ahLst/>
              <a:cxnLst/>
              <a:rect l="0" t="0" r="r" b="b"/>
              <a:pathLst>
                <a:path w="2258" h="2696">
                  <a:moveTo>
                    <a:pt x="2258" y="2696"/>
                  </a:moveTo>
                  <a:lnTo>
                    <a:pt x="264" y="111"/>
                  </a:lnTo>
                  <a:lnTo>
                    <a:pt x="228" y="60"/>
                  </a:lnTo>
                  <a:lnTo>
                    <a:pt x="225" y="57"/>
                  </a:lnTo>
                  <a:lnTo>
                    <a:pt x="0" y="0"/>
                  </a:lnTo>
                  <a:lnTo>
                    <a:pt x="0" y="3"/>
                  </a:lnTo>
                  <a:lnTo>
                    <a:pt x="1697" y="2696"/>
                  </a:lnTo>
                  <a:lnTo>
                    <a:pt x="2258" y="2696"/>
                  </a:lnTo>
                  <a:close/>
                </a:path>
              </a:pathLst>
            </a:custGeom>
            <a:solidFill>
              <a:schemeClr val="tx1">
                <a:lumMod val="75000"/>
                <a:lumOff val="25000"/>
              </a:schemeClr>
            </a:solidFill>
            <a:ln>
              <a:noFill/>
            </a:ln>
          </p:spPr>
        </p:sp>
      </p:grpSp>
      <p:sp>
        <p:nvSpPr>
          <p:cNvPr id="2" name="Title 1"/>
          <p:cNvSpPr>
            <a:spLocks noGrp="1"/>
          </p:cNvSpPr>
          <p:nvPr>
            <p:ph type="ctrTitle"/>
          </p:nvPr>
        </p:nvSpPr>
        <p:spPr>
          <a:xfrm>
            <a:off x="2928401" y="1380068"/>
            <a:ext cx="8574622" cy="2616199"/>
          </a:xfrm>
        </p:spPr>
        <p:txBody>
          <a:bodyPr anchor="b">
            <a:normAutofit/>
          </a:bodyPr>
          <a:lstStyle>
            <a:lvl1pPr algn="r">
              <a:defRPr sz="6000">
                <a:effectLst/>
              </a:defRPr>
            </a:lvl1pPr>
          </a:lstStyle>
          <a:p>
            <a:r>
              <a:rPr lang="en-US"/>
              <a:t>Click to edit Master title style</a:t>
            </a:r>
            <a:endParaRPr lang="en-US" dirty="0"/>
          </a:p>
        </p:txBody>
      </p:sp>
      <p:sp>
        <p:nvSpPr>
          <p:cNvPr id="3" name="Subtitle 2"/>
          <p:cNvSpPr>
            <a:spLocks noGrp="1"/>
          </p:cNvSpPr>
          <p:nvPr>
            <p:ph type="subTitle" idx="1"/>
          </p:nvPr>
        </p:nvSpPr>
        <p:spPr>
          <a:xfrm>
            <a:off x="4515377" y="3996267"/>
            <a:ext cx="6987645" cy="1388534"/>
          </a:xfrm>
        </p:spPr>
        <p:txBody>
          <a:bodyPr anchor="t">
            <a:normAutofit/>
          </a:bodyPr>
          <a:lstStyle>
            <a:lvl1pPr marL="0" indent="0" algn="r">
              <a:buNone/>
              <a:defRPr sz="21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9/26/2024</a:t>
            </a:fld>
            <a:endParaRPr lang="en-US" dirty="0"/>
          </a:p>
        </p:txBody>
      </p:sp>
      <p:sp>
        <p:nvSpPr>
          <p:cNvPr id="5" name="Footer Placeholder 4"/>
          <p:cNvSpPr>
            <a:spLocks noGrp="1"/>
          </p:cNvSpPr>
          <p:nvPr>
            <p:ph type="ftr" sz="quarter" idx="11"/>
          </p:nvPr>
        </p:nvSpPr>
        <p:spPr>
          <a:xfrm>
            <a:off x="5332412" y="5883275"/>
            <a:ext cx="4324044" cy="365125"/>
          </a:xfrm>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ctr"/>
          <a:lstStyle>
            <a:lvl1pPr>
              <a:buClr>
                <a:schemeClr val="accent1">
                  <a:lumMod val="75000"/>
                </a:schemeClr>
              </a:buClr>
              <a:defRPr/>
            </a:lvl1pPr>
            <a:lvl2pPr>
              <a:buClr>
                <a:schemeClr val="accent1">
                  <a:lumMod val="75000"/>
                </a:schemeClr>
              </a:buClr>
              <a:defRPr/>
            </a:lvl2pPr>
            <a:lvl3pPr>
              <a:buClr>
                <a:schemeClr val="accent1">
                  <a:lumMod val="75000"/>
                </a:schemeClr>
              </a:buClr>
              <a:defRPr/>
            </a:lvl3pPr>
            <a:lvl4pPr>
              <a:buClr>
                <a:schemeClr val="accent1">
                  <a:lumMod val="75000"/>
                </a:schemeClr>
              </a:buClr>
              <a:defRPr/>
            </a:lvl4pPr>
            <a:lvl5pPr>
              <a:buClr>
                <a:schemeClr val="accent1">
                  <a:lumMod val="75000"/>
                </a:schemeClr>
              </a:buCl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9/26/2024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a:xfrm>
            <a:off x="10951856" y="5867131"/>
            <a:ext cx="5511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572279" y="2666999"/>
            <a:ext cx="8930747" cy="2110382"/>
          </a:xfrm>
        </p:spPr>
        <p:txBody>
          <a:bodyPr anchor="b"/>
          <a:lstStyle>
            <a:lvl1pPr algn="r">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2572278" y="4777381"/>
            <a:ext cx="8930748" cy="860400"/>
          </a:xfrm>
        </p:spPr>
        <p:txBody>
          <a:bodyPr anchor="t">
            <a:normAutofit/>
          </a:bodyPr>
          <a:lstStyle>
            <a:lvl1pPr marL="0" indent="0" algn="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9/26/2024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484311" y="685800"/>
            <a:ext cx="10018713" cy="1752599"/>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484312" y="2666999"/>
            <a:ext cx="4895055" cy="3124201"/>
          </a:xfrm>
        </p:spPr>
        <p:txBody>
          <a:bodyPr>
            <a:normAutofit/>
          </a:bodyPr>
          <a:lstStyle>
            <a:lvl1pPr>
              <a:buClr>
                <a:schemeClr val="accent1">
                  <a:lumMod val="75000"/>
                </a:schemeClr>
              </a:buClr>
              <a:defRPr sz="1800"/>
            </a:lvl1pPr>
            <a:lvl2pPr>
              <a:buClr>
                <a:schemeClr val="accent1">
                  <a:lumMod val="75000"/>
                </a:schemeClr>
              </a:buClr>
              <a:defRPr sz="1600"/>
            </a:lvl2pPr>
            <a:lvl3pPr>
              <a:buClr>
                <a:schemeClr val="accent1">
                  <a:lumMod val="75000"/>
                </a:schemeClr>
              </a:buClr>
              <a:defRPr sz="1400"/>
            </a:lvl3pPr>
            <a:lvl4pPr>
              <a:buClr>
                <a:schemeClr val="accent1">
                  <a:lumMod val="75000"/>
                </a:schemeClr>
              </a:buClr>
              <a:defRPr sz="1200"/>
            </a:lvl4pPr>
            <a:lvl5pPr>
              <a:buClr>
                <a:schemeClr val="accent1">
                  <a:lumMod val="75000"/>
                </a:schemeClr>
              </a:buCl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607967" y="2667000"/>
            <a:ext cx="4895056" cy="3124200"/>
          </a:xfrm>
        </p:spPr>
        <p:txBody>
          <a:bodyPr>
            <a:normAutofit/>
          </a:bodyPr>
          <a:lstStyle>
            <a:lvl1pPr>
              <a:buClr>
                <a:schemeClr val="accent1">
                  <a:lumMod val="75000"/>
                </a:schemeClr>
              </a:buClr>
              <a:defRPr sz="1800"/>
            </a:lvl1pPr>
            <a:lvl2pPr>
              <a:buClr>
                <a:schemeClr val="accent1">
                  <a:lumMod val="75000"/>
                </a:schemeClr>
              </a:buClr>
              <a:defRPr sz="1600"/>
            </a:lvl2pPr>
            <a:lvl3pPr>
              <a:buClr>
                <a:schemeClr val="accent1">
                  <a:lumMod val="75000"/>
                </a:schemeClr>
              </a:buClr>
              <a:defRPr sz="1400"/>
            </a:lvl3pPr>
            <a:lvl4pPr>
              <a:buClr>
                <a:schemeClr val="accent1">
                  <a:lumMod val="75000"/>
                </a:schemeClr>
              </a:buClr>
              <a:defRPr sz="1200"/>
            </a:lvl4pPr>
            <a:lvl5pPr>
              <a:buClr>
                <a:schemeClr val="accent1">
                  <a:lumMod val="75000"/>
                </a:schemeClr>
              </a:buCl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61BEF0D-F0BB-DE4B-95CE-6DB70DBA9567}" type="datetimeFigureOut">
              <a:rPr lang="en-US" dirty="0"/>
              <a:pPr/>
              <a:t>9/26/2024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772179" y="2658533"/>
            <a:ext cx="4607188" cy="576262"/>
          </a:xfrm>
        </p:spPr>
        <p:txBody>
          <a:bodyPr anchor="b">
            <a:noAutofit/>
          </a:bodyPr>
          <a:lstStyle>
            <a:lvl1pPr marL="0" indent="0">
              <a:buNone/>
              <a:defRPr sz="2800" b="0">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484311" y="3335337"/>
            <a:ext cx="4895056" cy="2455862"/>
          </a:xfrm>
        </p:spPr>
        <p:txBody>
          <a:bodyPr anchor="t">
            <a:normAutofit/>
          </a:bodyPr>
          <a:lstStyle>
            <a:lvl1pPr>
              <a:buClr>
                <a:schemeClr val="accent1">
                  <a:lumMod val="75000"/>
                </a:schemeClr>
              </a:buClr>
              <a:defRPr sz="1800"/>
            </a:lvl1pPr>
            <a:lvl2pPr>
              <a:buClr>
                <a:schemeClr val="accent1">
                  <a:lumMod val="75000"/>
                </a:schemeClr>
              </a:buClr>
              <a:defRPr sz="1600"/>
            </a:lvl2pPr>
            <a:lvl3pPr>
              <a:buClr>
                <a:schemeClr val="accent1">
                  <a:lumMod val="75000"/>
                </a:schemeClr>
              </a:buClr>
              <a:defRPr sz="1400"/>
            </a:lvl3pPr>
            <a:lvl4pPr>
              <a:buClr>
                <a:schemeClr val="accent1">
                  <a:lumMod val="75000"/>
                </a:schemeClr>
              </a:buClr>
              <a:defRPr sz="1200"/>
            </a:lvl4pPr>
            <a:lvl5pPr>
              <a:buClr>
                <a:schemeClr val="accent1">
                  <a:lumMod val="75000"/>
                </a:schemeClr>
              </a:buCl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880487" y="2667000"/>
            <a:ext cx="4622537" cy="576262"/>
          </a:xfrm>
        </p:spPr>
        <p:txBody>
          <a:bodyPr anchor="b">
            <a:noAutofit/>
          </a:bodyPr>
          <a:lstStyle>
            <a:lvl1pPr marL="0" indent="0">
              <a:buNone/>
              <a:defRPr sz="2800" b="0">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607967" y="3335337"/>
            <a:ext cx="4895056" cy="2455862"/>
          </a:xfrm>
        </p:spPr>
        <p:txBody>
          <a:bodyPr anchor="t">
            <a:normAutofit/>
          </a:bodyPr>
          <a:lstStyle>
            <a:lvl1pPr>
              <a:buClr>
                <a:schemeClr val="accent1">
                  <a:lumMod val="75000"/>
                </a:schemeClr>
              </a:buClr>
              <a:defRPr sz="1800"/>
            </a:lvl1pPr>
            <a:lvl2pPr>
              <a:buClr>
                <a:schemeClr val="accent1">
                  <a:lumMod val="75000"/>
                </a:schemeClr>
              </a:buClr>
              <a:defRPr sz="1600"/>
            </a:lvl2pPr>
            <a:lvl3pPr>
              <a:buClr>
                <a:schemeClr val="accent1">
                  <a:lumMod val="75000"/>
                </a:schemeClr>
              </a:buClr>
              <a:defRPr sz="1400"/>
            </a:lvl3pPr>
            <a:lvl4pPr>
              <a:buClr>
                <a:schemeClr val="accent1">
                  <a:lumMod val="75000"/>
                </a:schemeClr>
              </a:buClr>
              <a:defRPr sz="1200"/>
            </a:lvl4pPr>
            <a:lvl5pPr>
              <a:buClr>
                <a:schemeClr val="accent1">
                  <a:lumMod val="75000"/>
                </a:schemeClr>
              </a:buCl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dirty="0"/>
              <a:pPr/>
              <a:t>9/26/2024</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dirty="0"/>
              <a:pPr/>
              <a:t>9/26/2024</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dirty="0"/>
              <a:pPr/>
              <a:t>9/26/2024</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84312" y="1600200"/>
            <a:ext cx="3549121" cy="1371600"/>
          </a:xfrm>
        </p:spPr>
        <p:txBody>
          <a:bodyPr anchor="b">
            <a:normAutofit/>
          </a:bodyPr>
          <a:lstStyle>
            <a:lvl1pPr algn="ctr">
              <a:defRPr sz="2400" b="0"/>
            </a:lvl1pPr>
          </a:lstStyle>
          <a:p>
            <a:r>
              <a:rPr lang="en-US"/>
              <a:t>Click to edit Master title style</a:t>
            </a:r>
            <a:endParaRPr lang="en-US" dirty="0"/>
          </a:p>
        </p:txBody>
      </p:sp>
      <p:sp>
        <p:nvSpPr>
          <p:cNvPr id="3" name="Content Placeholder 2"/>
          <p:cNvSpPr>
            <a:spLocks noGrp="1"/>
          </p:cNvSpPr>
          <p:nvPr>
            <p:ph idx="1"/>
          </p:nvPr>
        </p:nvSpPr>
        <p:spPr>
          <a:xfrm>
            <a:off x="5262033" y="685799"/>
            <a:ext cx="6240990" cy="5105401"/>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484312" y="2971800"/>
            <a:ext cx="3549121" cy="1828800"/>
          </a:xfrm>
        </p:spPr>
        <p:txBody>
          <a:bodyPr>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9/26/2024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82724" y="1752599"/>
            <a:ext cx="5426158" cy="1371600"/>
          </a:xfrm>
        </p:spPr>
        <p:txBody>
          <a:bodyPr anchor="b">
            <a:normAutofit/>
          </a:bodyPr>
          <a:lstStyle>
            <a:lvl1pPr algn="ctr">
              <a:defRPr sz="2800" b="0"/>
            </a:lvl1pPr>
          </a:lstStyle>
          <a:p>
            <a:r>
              <a:rPr lang="en-US"/>
              <a:t>Click to edit Master title style</a:t>
            </a:r>
            <a:endParaRPr lang="en-US" dirty="0"/>
          </a:p>
        </p:txBody>
      </p:sp>
      <p:sp>
        <p:nvSpPr>
          <p:cNvPr id="14" name="Picture Placeholder 2"/>
          <p:cNvSpPr>
            <a:spLocks noGrp="1" noChangeAspect="1"/>
          </p:cNvSpPr>
          <p:nvPr>
            <p:ph type="pic" idx="1"/>
          </p:nvPr>
        </p:nvSpPr>
        <p:spPr>
          <a:xfrm>
            <a:off x="7594682" y="914400"/>
            <a:ext cx="3280974" cy="4572000"/>
          </a:xfrm>
          <a:prstGeom prst="roundRect">
            <a:avLst>
              <a:gd name="adj" fmla="val 4280"/>
            </a:avLst>
          </a:prstGeom>
          <a:ln w="38100">
            <a:gradFill flip="none" rotWithShape="1">
              <a:gsLst>
                <a:gs pos="0">
                  <a:schemeClr val="bg2"/>
                </a:gs>
                <a:gs pos="100000">
                  <a:schemeClr val="bg2">
                    <a:lumMod val="75000"/>
                  </a:schemeClr>
                </a:gs>
              </a:gsLst>
              <a:lin ang="5400000" scaled="0"/>
              <a:tileRect/>
            </a:gra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482724" y="3124199"/>
            <a:ext cx="5426158" cy="1828800"/>
          </a:xfrm>
        </p:spPr>
        <p:txBody>
          <a:bodyPr>
            <a:normAutofit/>
          </a:bodyPr>
          <a:lstStyle>
            <a:lvl1pPr marL="0" indent="0" algn="ctr">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9/26/2024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84311" y="4732865"/>
            <a:ext cx="10018711" cy="566738"/>
          </a:xfrm>
        </p:spPr>
        <p:txBody>
          <a:bodyPr anchor="b">
            <a:normAutofit/>
          </a:bodyPr>
          <a:lstStyle>
            <a:lvl1pPr algn="ctr">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2386012" y="932112"/>
            <a:ext cx="8225944" cy="3164976"/>
          </a:xfrm>
          <a:prstGeom prst="roundRect">
            <a:avLst>
              <a:gd name="adj" fmla="val 4380"/>
            </a:avLst>
          </a:prstGeom>
          <a:ln w="38100">
            <a:gradFill flip="none" rotWithShape="1">
              <a:gsLst>
                <a:gs pos="0">
                  <a:schemeClr val="bg2"/>
                </a:gs>
                <a:gs pos="100000">
                  <a:schemeClr val="bg2">
                    <a:lumMod val="75000"/>
                  </a:schemeClr>
                </a:gs>
              </a:gsLst>
              <a:lin ang="5400000" scaled="0"/>
              <a:tileRect/>
            </a:gra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484311" y="5299603"/>
            <a:ext cx="10018711" cy="493712"/>
          </a:xfrm>
        </p:spPr>
        <p:txBody>
          <a:bodyPr>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9/26/2024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484312" y="685800"/>
            <a:ext cx="10018711" cy="3048000"/>
          </a:xfrm>
        </p:spPr>
        <p:txBody>
          <a:bodyPr anchor="ctr">
            <a:normAutofit/>
          </a:bodyPr>
          <a:lstStyle>
            <a:lvl1pPr algn="ctr">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484312" y="4343400"/>
            <a:ext cx="10018713" cy="1447800"/>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9/26/2024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14" name="TextBox 13"/>
          <p:cNvSpPr txBox="1"/>
          <p:nvPr/>
        </p:nvSpPr>
        <p:spPr>
          <a:xfrm>
            <a:off x="1598612" y="863023"/>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5" name="TextBox 14"/>
          <p:cNvSpPr txBox="1"/>
          <p:nvPr/>
        </p:nvSpPr>
        <p:spPr>
          <a:xfrm>
            <a:off x="10893425" y="2819399"/>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2" name="Title 1"/>
          <p:cNvSpPr>
            <a:spLocks noGrp="1"/>
          </p:cNvSpPr>
          <p:nvPr>
            <p:ph type="title"/>
          </p:nvPr>
        </p:nvSpPr>
        <p:spPr>
          <a:xfrm>
            <a:off x="2208212" y="685800"/>
            <a:ext cx="8990012" cy="2743199"/>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2436811" y="3428999"/>
            <a:ext cx="8532815" cy="381000"/>
          </a:xfrm>
        </p:spPr>
        <p:txBody>
          <a:bodyPr anchor="ctr">
            <a:normAutofit/>
          </a:bodyPr>
          <a:lstStyle>
            <a:lvl1pPr marL="0" indent="0">
              <a:buFontTx/>
              <a:buNone/>
              <a:defRPr sz="18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1484311" y="4343400"/>
            <a:ext cx="10018711" cy="1447800"/>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9/26/2024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484313" y="3308581"/>
            <a:ext cx="10018709" cy="1468800"/>
          </a:xfrm>
        </p:spPr>
        <p:txBody>
          <a:bodyPr anchor="b">
            <a:normAutofit/>
          </a:bodyPr>
          <a:lstStyle>
            <a:lvl1pPr algn="r">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484312" y="4777381"/>
            <a:ext cx="10018710" cy="860400"/>
          </a:xfrm>
        </p:spPr>
        <p:txBody>
          <a:bodyPr anchor="t">
            <a:normAutofit/>
          </a:bodyPr>
          <a:lstStyle>
            <a:lvl1pPr marL="0" indent="0" algn="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9/26/2024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4" name="TextBox 13"/>
          <p:cNvSpPr txBox="1"/>
          <p:nvPr/>
        </p:nvSpPr>
        <p:spPr>
          <a:xfrm>
            <a:off x="1598612" y="863023"/>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5" name="TextBox 14"/>
          <p:cNvSpPr txBox="1"/>
          <p:nvPr/>
        </p:nvSpPr>
        <p:spPr>
          <a:xfrm>
            <a:off x="10893425" y="2819399"/>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2" name="Title 1"/>
          <p:cNvSpPr>
            <a:spLocks noGrp="1"/>
          </p:cNvSpPr>
          <p:nvPr>
            <p:ph type="title"/>
          </p:nvPr>
        </p:nvSpPr>
        <p:spPr>
          <a:xfrm>
            <a:off x="2208212" y="685800"/>
            <a:ext cx="8990012" cy="2743199"/>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484313" y="3886200"/>
            <a:ext cx="10018710" cy="889000"/>
          </a:xfrm>
        </p:spPr>
        <p:txBody>
          <a:bodyPr vert="horz" lIns="91440" tIns="45720" rIns="91440" bIns="45720" rtlCol="0" anchor="b">
            <a:normAutofit/>
          </a:bodyPr>
          <a:lstStyle>
            <a:lvl1pPr algn="r">
              <a:buNone/>
              <a:defRPr lang="en-US" sz="2400" b="0" cap="none"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1484312" y="4775200"/>
            <a:ext cx="10018710" cy="1016000"/>
          </a:xfrm>
        </p:spPr>
        <p:txBody>
          <a:bodyPr anchor="t">
            <a:normAutofit/>
          </a:bodyPr>
          <a:lstStyle>
            <a:lvl1pPr marL="0" indent="0" algn="r">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9/26/2024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1484313" y="685800"/>
            <a:ext cx="10018712" cy="2727325"/>
          </a:xfrm>
        </p:spPr>
        <p:txBody>
          <a:bodyPr vert="horz" lIns="91440" tIns="45720" rIns="91440" bIns="45720" rtlCol="0" anchor="ctr">
            <a:normAutofit/>
          </a:bodyPr>
          <a:lstStyle>
            <a:lvl1pPr>
              <a:defRPr lang="en-US" b="0" dirty="0"/>
            </a:lvl1pPr>
          </a:lstStyle>
          <a:p>
            <a:pPr marL="0" lvl="0"/>
            <a:r>
              <a:rPr lang="en-US"/>
              <a:t>Click to edit Master title style</a:t>
            </a:r>
            <a:endParaRPr lang="en-US" dirty="0"/>
          </a:p>
        </p:txBody>
      </p:sp>
      <p:sp>
        <p:nvSpPr>
          <p:cNvPr id="10" name="Text Placeholder 9"/>
          <p:cNvSpPr>
            <a:spLocks noGrp="1"/>
          </p:cNvSpPr>
          <p:nvPr>
            <p:ph type="body" sz="quarter" idx="13"/>
          </p:nvPr>
        </p:nvSpPr>
        <p:spPr>
          <a:xfrm>
            <a:off x="1484312" y="3505200"/>
            <a:ext cx="10018713" cy="838200"/>
          </a:xfrm>
        </p:spPr>
        <p:txBody>
          <a:bodyPr vert="horz" lIns="91440" tIns="45720" rIns="91440" bIns="45720" rtlCol="0" anchor="b">
            <a:normAutofit/>
          </a:bodyPr>
          <a:lstStyle>
            <a:lvl1pPr>
              <a:buNone/>
              <a:defRPr lang="en-US" sz="2800" b="0" cap="none"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1484311" y="4343400"/>
            <a:ext cx="10018713" cy="14478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9/26/2024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lvl1p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9/26/2024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732655" y="685800"/>
            <a:ext cx="1770369" cy="51054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484312" y="685800"/>
            <a:ext cx="8019742" cy="5105400"/>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9/26/2024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7" name="Group 6"/>
          <p:cNvGrpSpPr/>
          <p:nvPr/>
        </p:nvGrpSpPr>
        <p:grpSpPr>
          <a:xfrm>
            <a:off x="150812" y="0"/>
            <a:ext cx="2436813" cy="6858001"/>
            <a:chOff x="1320800" y="0"/>
            <a:chExt cx="2436813" cy="6858001"/>
          </a:xfrm>
        </p:grpSpPr>
        <p:sp>
          <p:nvSpPr>
            <p:cNvPr id="8" name="Freeform 6"/>
            <p:cNvSpPr/>
            <p:nvPr/>
          </p:nvSpPr>
          <p:spPr bwMode="auto">
            <a:xfrm>
              <a:off x="1627188" y="0"/>
              <a:ext cx="1122363" cy="5329238"/>
            </a:xfrm>
            <a:custGeom>
              <a:avLst/>
              <a:gdLst/>
              <a:ahLst/>
              <a:cxnLst/>
              <a:rect l="0" t="0" r="r" b="b"/>
              <a:pathLst>
                <a:path w="707" h="3357">
                  <a:moveTo>
                    <a:pt x="0" y="3330"/>
                  </a:moveTo>
                  <a:lnTo>
                    <a:pt x="156" y="3357"/>
                  </a:lnTo>
                  <a:lnTo>
                    <a:pt x="707" y="0"/>
                  </a:lnTo>
                  <a:lnTo>
                    <a:pt x="547" y="0"/>
                  </a:lnTo>
                  <a:lnTo>
                    <a:pt x="0" y="3330"/>
                  </a:lnTo>
                  <a:close/>
                </a:path>
              </a:pathLst>
            </a:custGeom>
            <a:solidFill>
              <a:schemeClr val="accent1"/>
            </a:solidFill>
            <a:ln>
              <a:noFill/>
            </a:ln>
          </p:spPr>
        </p:sp>
        <p:sp>
          <p:nvSpPr>
            <p:cNvPr id="9" name="Freeform 7"/>
            <p:cNvSpPr/>
            <p:nvPr/>
          </p:nvSpPr>
          <p:spPr bwMode="auto">
            <a:xfrm>
              <a:off x="1320800" y="0"/>
              <a:ext cx="1117600" cy="5276850"/>
            </a:xfrm>
            <a:custGeom>
              <a:avLst/>
              <a:gdLst/>
              <a:ahLst/>
              <a:cxnLst/>
              <a:rect l="0" t="0" r="r" b="b"/>
              <a:pathLst>
                <a:path w="704" h="3324">
                  <a:moveTo>
                    <a:pt x="704" y="0"/>
                  </a:moveTo>
                  <a:lnTo>
                    <a:pt x="545" y="0"/>
                  </a:lnTo>
                  <a:lnTo>
                    <a:pt x="0" y="3300"/>
                  </a:lnTo>
                  <a:lnTo>
                    <a:pt x="157" y="3324"/>
                  </a:lnTo>
                  <a:lnTo>
                    <a:pt x="704" y="0"/>
                  </a:lnTo>
                  <a:close/>
                </a:path>
              </a:pathLst>
            </a:custGeom>
            <a:solidFill>
              <a:schemeClr val="tx1">
                <a:lumMod val="65000"/>
                <a:lumOff val="35000"/>
              </a:schemeClr>
            </a:solidFill>
            <a:ln>
              <a:noFill/>
            </a:ln>
          </p:spPr>
        </p:sp>
        <p:sp>
          <p:nvSpPr>
            <p:cNvPr id="10" name="Freeform 8"/>
            <p:cNvSpPr/>
            <p:nvPr/>
          </p:nvSpPr>
          <p:spPr bwMode="auto">
            <a:xfrm>
              <a:off x="1320800" y="5238750"/>
              <a:ext cx="1228725" cy="1619250"/>
            </a:xfrm>
            <a:custGeom>
              <a:avLst/>
              <a:gdLst/>
              <a:ahLst/>
              <a:cxnLst/>
              <a:rect l="0" t="0" r="r" b="b"/>
              <a:pathLst>
                <a:path w="774" h="1020">
                  <a:moveTo>
                    <a:pt x="0" y="0"/>
                  </a:moveTo>
                  <a:lnTo>
                    <a:pt x="740" y="1020"/>
                  </a:lnTo>
                  <a:lnTo>
                    <a:pt x="774" y="1020"/>
                  </a:lnTo>
                  <a:lnTo>
                    <a:pt x="0" y="0"/>
                  </a:lnTo>
                  <a:close/>
                </a:path>
              </a:pathLst>
            </a:custGeom>
            <a:solidFill>
              <a:schemeClr val="tx1">
                <a:lumMod val="85000"/>
                <a:lumOff val="15000"/>
              </a:schemeClr>
            </a:solidFill>
            <a:ln>
              <a:noFill/>
            </a:ln>
          </p:spPr>
        </p:sp>
        <p:sp>
          <p:nvSpPr>
            <p:cNvPr id="11" name="Freeform 9"/>
            <p:cNvSpPr/>
            <p:nvPr/>
          </p:nvSpPr>
          <p:spPr bwMode="auto">
            <a:xfrm>
              <a:off x="1627188" y="5291138"/>
              <a:ext cx="1495425" cy="1566863"/>
            </a:xfrm>
            <a:custGeom>
              <a:avLst/>
              <a:gdLst/>
              <a:ahLst/>
              <a:cxnLst/>
              <a:rect l="0" t="0" r="r" b="b"/>
              <a:pathLst>
                <a:path w="942" h="987">
                  <a:moveTo>
                    <a:pt x="0" y="0"/>
                  </a:moveTo>
                  <a:lnTo>
                    <a:pt x="909" y="987"/>
                  </a:lnTo>
                  <a:lnTo>
                    <a:pt x="942" y="987"/>
                  </a:lnTo>
                  <a:lnTo>
                    <a:pt x="0" y="0"/>
                  </a:lnTo>
                  <a:close/>
                </a:path>
              </a:pathLst>
            </a:custGeom>
            <a:solidFill>
              <a:schemeClr val="accent1">
                <a:lumMod val="50000"/>
              </a:schemeClr>
            </a:solidFill>
            <a:ln>
              <a:noFill/>
            </a:ln>
          </p:spPr>
        </p:sp>
        <p:sp>
          <p:nvSpPr>
            <p:cNvPr id="12" name="Freeform 10"/>
            <p:cNvSpPr/>
            <p:nvPr/>
          </p:nvSpPr>
          <p:spPr bwMode="auto">
            <a:xfrm>
              <a:off x="1627188" y="5286375"/>
              <a:ext cx="2130425" cy="1571625"/>
            </a:xfrm>
            <a:custGeom>
              <a:avLst/>
              <a:gdLst/>
              <a:ahLst/>
              <a:cxnLst/>
              <a:rect l="0" t="0" r="r" b="b"/>
              <a:pathLst>
                <a:path w="1342" h="990">
                  <a:moveTo>
                    <a:pt x="0" y="3"/>
                  </a:moveTo>
                  <a:lnTo>
                    <a:pt x="942" y="990"/>
                  </a:lnTo>
                  <a:lnTo>
                    <a:pt x="1342" y="990"/>
                  </a:lnTo>
                  <a:lnTo>
                    <a:pt x="156" y="27"/>
                  </a:lnTo>
                  <a:lnTo>
                    <a:pt x="0" y="0"/>
                  </a:lnTo>
                  <a:lnTo>
                    <a:pt x="0" y="3"/>
                  </a:lnTo>
                  <a:close/>
                </a:path>
              </a:pathLst>
            </a:custGeom>
            <a:solidFill>
              <a:schemeClr val="accent1">
                <a:lumMod val="75000"/>
              </a:schemeClr>
            </a:solidFill>
            <a:ln>
              <a:noFill/>
            </a:ln>
          </p:spPr>
        </p:sp>
        <p:sp>
          <p:nvSpPr>
            <p:cNvPr id="13" name="Freeform 11"/>
            <p:cNvSpPr/>
            <p:nvPr/>
          </p:nvSpPr>
          <p:spPr bwMode="auto">
            <a:xfrm>
              <a:off x="1320800" y="5238750"/>
              <a:ext cx="1695450" cy="1619250"/>
            </a:xfrm>
            <a:custGeom>
              <a:avLst/>
              <a:gdLst/>
              <a:ahLst/>
              <a:cxnLst/>
              <a:rect l="0" t="0" r="r" b="b"/>
              <a:pathLst>
                <a:path w="1068" h="1020">
                  <a:moveTo>
                    <a:pt x="1068" y="1020"/>
                  </a:moveTo>
                  <a:lnTo>
                    <a:pt x="184" y="60"/>
                  </a:lnTo>
                  <a:lnTo>
                    <a:pt x="154" y="27"/>
                  </a:lnTo>
                  <a:lnTo>
                    <a:pt x="157" y="27"/>
                  </a:lnTo>
                  <a:lnTo>
                    <a:pt x="157" y="24"/>
                  </a:lnTo>
                  <a:lnTo>
                    <a:pt x="154" y="24"/>
                  </a:lnTo>
                  <a:lnTo>
                    <a:pt x="0" y="0"/>
                  </a:lnTo>
                  <a:lnTo>
                    <a:pt x="0" y="0"/>
                  </a:lnTo>
                  <a:lnTo>
                    <a:pt x="774" y="1020"/>
                  </a:lnTo>
                  <a:lnTo>
                    <a:pt x="1068" y="1020"/>
                  </a:lnTo>
                  <a:close/>
                </a:path>
              </a:pathLst>
            </a:custGeom>
            <a:solidFill>
              <a:schemeClr val="tx1">
                <a:lumMod val="75000"/>
                <a:lumOff val="25000"/>
              </a:schemeClr>
            </a:solidFill>
            <a:ln>
              <a:noFill/>
            </a:ln>
          </p:spPr>
        </p:sp>
      </p:grpSp>
      <p:sp>
        <p:nvSpPr>
          <p:cNvPr id="2" name="Title Placeholder 1"/>
          <p:cNvSpPr>
            <a:spLocks noGrp="1"/>
          </p:cNvSpPr>
          <p:nvPr>
            <p:ph type="title"/>
          </p:nvPr>
        </p:nvSpPr>
        <p:spPr>
          <a:xfrm>
            <a:off x="1484311" y="685800"/>
            <a:ext cx="10018713" cy="1752599"/>
          </a:xfrm>
          <a:prstGeom prst="rect">
            <a:avLst/>
          </a:prstGeom>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484310" y="2666999"/>
            <a:ext cx="10018713" cy="3124201"/>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9732656" y="5883275"/>
            <a:ext cx="1143000" cy="3651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B61BEF0D-F0BB-DE4B-95CE-6DB70DBA9567}" type="datetimeFigureOut">
              <a:rPr lang="en-US" dirty="0"/>
              <a:pPr/>
              <a:t>9/26/2024</a:t>
            </a:fld>
            <a:endParaRPr lang="en-US" dirty="0"/>
          </a:p>
        </p:txBody>
      </p:sp>
      <p:sp>
        <p:nvSpPr>
          <p:cNvPr id="5" name="Footer Placeholder 4"/>
          <p:cNvSpPr>
            <a:spLocks noGrp="1"/>
          </p:cNvSpPr>
          <p:nvPr>
            <p:ph type="ftr" sz="quarter" idx="3"/>
          </p:nvPr>
        </p:nvSpPr>
        <p:spPr>
          <a:xfrm>
            <a:off x="2572279" y="5883275"/>
            <a:ext cx="7084177" cy="365125"/>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en-US" dirty="0"/>
          </a:p>
        </p:txBody>
      </p:sp>
      <p:sp>
        <p:nvSpPr>
          <p:cNvPr id="6" name="Slide Number Placeholder 5"/>
          <p:cNvSpPr>
            <a:spLocks noGrp="1"/>
          </p:cNvSpPr>
          <p:nvPr>
            <p:ph type="sldNum" sz="quarter" idx="4"/>
          </p:nvPr>
        </p:nvSpPr>
        <p:spPr>
          <a:xfrm>
            <a:off x="10951856" y="5883275"/>
            <a:ext cx="551167" cy="3651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D57F1E4F-1CFF-5643-939E-217C01CDF565}" type="slidenum">
              <a:rPr lang="en-US" dirty="0"/>
              <a:pPr/>
              <a:t>‹#›</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60" r:id="rId9"/>
    <p:sldLayoutId id="2147483657" r:id="rId10"/>
    <p:sldLayoutId id="2147483663" r:id="rId11"/>
    <p:sldLayoutId id="2147483664" r:id="rId12"/>
    <p:sldLayoutId id="2147483665" r:id="rId13"/>
    <p:sldLayoutId id="2147483666" r:id="rId14"/>
    <p:sldLayoutId id="2147483667" r:id="rId15"/>
    <p:sldLayoutId id="2147483658" r:id="rId16"/>
    <p:sldLayoutId id="2147483659" r:id="rId17"/>
  </p:sldLayoutIdLst>
  <p:txStyles>
    <p:titleStyle>
      <a:lvl1pPr algn="ctr" defTabSz="457200" rtl="0" eaLnBrk="1" latinLnBrk="0" hangingPunct="1">
        <a:spcBef>
          <a:spcPct val="0"/>
        </a:spcBef>
        <a:buNone/>
        <a:defRPr sz="4000" kern="1200" cap="none">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accent1">
            <a:lumMod val="75000"/>
          </a:schemeClr>
        </a:buClr>
        <a:buSzPct val="145000"/>
        <a:buFont typeface="Arial"/>
        <a:buChar char="•"/>
        <a:defRPr sz="2400" kern="1200" cap="none">
          <a:solidFill>
            <a:schemeClr val="tx1"/>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lumMod val="75000"/>
          </a:schemeClr>
        </a:buClr>
        <a:buSzPct val="145000"/>
        <a:buFont typeface="Arial"/>
        <a:buChar char="•"/>
        <a:defRPr sz="2000" kern="1200" cap="none">
          <a:solidFill>
            <a:schemeClr val="tx1"/>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lumMod val="75000"/>
          </a:schemeClr>
        </a:buClr>
        <a:buSzPct val="145000"/>
        <a:buFont typeface="Arial"/>
        <a:buChar char="•"/>
        <a:defRPr sz="1800" kern="1200" cap="none">
          <a:solidFill>
            <a:schemeClr val="tx1"/>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lumMod val="75000"/>
          </a:schemeClr>
        </a:buClr>
        <a:buSzPct val="145000"/>
        <a:buFont typeface="Arial"/>
        <a:buChar char="•"/>
        <a:defRPr sz="1600" kern="1200" cap="none">
          <a:solidFill>
            <a:schemeClr val="tx1"/>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C8ECAC-82DF-1ACB-740E-89536FAE2DA1}"/>
              </a:ext>
            </a:extLst>
          </p:cNvPr>
          <p:cNvSpPr>
            <a:spLocks noGrp="1"/>
          </p:cNvSpPr>
          <p:nvPr>
            <p:ph type="ctrTitle"/>
          </p:nvPr>
        </p:nvSpPr>
        <p:spPr>
          <a:xfrm>
            <a:off x="2526891" y="462118"/>
            <a:ext cx="9075174" cy="2826228"/>
          </a:xfrm>
        </p:spPr>
        <p:txBody>
          <a:bodyPr>
            <a:normAutofit fontScale="90000"/>
          </a:bodyPr>
          <a:lstStyle/>
          <a:p>
            <a:pPr algn="l"/>
            <a:r>
              <a:rPr lang="en-IN" sz="7200" dirty="0">
                <a:latin typeface="Algerian" panose="04020705040A02060702" pitchFamily="82" charset="0"/>
                <a:cs typeface="Times New Roman" panose="02020603050405020304" pitchFamily="18" charset="0"/>
              </a:rPr>
              <a:t>Six weeks</a:t>
            </a:r>
            <a:br>
              <a:rPr lang="en-IN" sz="7200" dirty="0">
                <a:latin typeface="Algerian" panose="04020705040A02060702" pitchFamily="82" charset="0"/>
                <a:cs typeface="Times New Roman" panose="02020603050405020304" pitchFamily="18" charset="0"/>
              </a:rPr>
            </a:br>
            <a:r>
              <a:rPr lang="en-IN" sz="7200" dirty="0">
                <a:latin typeface="Algerian" panose="04020705040A02060702" pitchFamily="82" charset="0"/>
                <a:cs typeface="Times New Roman" panose="02020603050405020304" pitchFamily="18" charset="0"/>
              </a:rPr>
              <a:t>	 industrial  							</a:t>
            </a:r>
            <a:br>
              <a:rPr lang="en-IN" sz="7200" dirty="0">
                <a:latin typeface="Algerian" panose="04020705040A02060702" pitchFamily="82" charset="0"/>
                <a:cs typeface="Times New Roman" panose="02020603050405020304" pitchFamily="18" charset="0"/>
              </a:rPr>
            </a:br>
            <a:r>
              <a:rPr lang="en-IN" sz="7200" dirty="0">
                <a:latin typeface="Algerian" panose="04020705040A02060702" pitchFamily="82" charset="0"/>
                <a:cs typeface="Times New Roman" panose="02020603050405020304" pitchFamily="18" charset="0"/>
              </a:rPr>
              <a:t>         training</a:t>
            </a:r>
            <a:endParaRPr lang="en-IN" sz="6700" dirty="0"/>
          </a:p>
        </p:txBody>
      </p:sp>
      <p:sp>
        <p:nvSpPr>
          <p:cNvPr id="3" name="Subtitle 2">
            <a:extLst>
              <a:ext uri="{FF2B5EF4-FFF2-40B4-BE49-F238E27FC236}">
                <a16:creationId xmlns:a16="http://schemas.microsoft.com/office/drawing/2014/main" id="{6D92E493-1C11-B4CE-B6AE-9CDF6B4A2DB9}"/>
              </a:ext>
            </a:extLst>
          </p:cNvPr>
          <p:cNvSpPr>
            <a:spLocks noGrp="1"/>
          </p:cNvSpPr>
          <p:nvPr>
            <p:ph type="subTitle" idx="1"/>
          </p:nvPr>
        </p:nvSpPr>
        <p:spPr>
          <a:xfrm>
            <a:off x="5673211" y="4074925"/>
            <a:ext cx="5397911" cy="1388534"/>
          </a:xfrm>
        </p:spPr>
        <p:txBody>
          <a:bodyPr/>
          <a:lstStyle/>
          <a:p>
            <a:pPr algn="ctr"/>
            <a:r>
              <a:rPr lang="en-IN" sz="4400" dirty="0">
                <a:latin typeface="Algerian" panose="04020705040A02060702" pitchFamily="82" charset="0"/>
                <a:cs typeface="Times New Roman" panose="02020603050405020304" pitchFamily="18" charset="0"/>
              </a:rPr>
              <a:t>CORE JAVA</a:t>
            </a:r>
          </a:p>
          <a:p>
            <a:pPr algn="ctr"/>
            <a:endParaRPr lang="en-IN" dirty="0"/>
          </a:p>
        </p:txBody>
      </p:sp>
    </p:spTree>
    <p:extLst>
      <p:ext uri="{BB962C8B-B14F-4D97-AF65-F5344CB8AC3E}">
        <p14:creationId xmlns:p14="http://schemas.microsoft.com/office/powerpoint/2010/main" val="427311132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33B7A4-D2CB-D35C-8AF4-4F4A01743C3B}"/>
              </a:ext>
            </a:extLst>
          </p:cNvPr>
          <p:cNvSpPr>
            <a:spLocks noGrp="1"/>
          </p:cNvSpPr>
          <p:nvPr>
            <p:ph type="title"/>
          </p:nvPr>
        </p:nvSpPr>
        <p:spPr>
          <a:xfrm>
            <a:off x="1484311" y="294968"/>
            <a:ext cx="10018713" cy="2143431"/>
          </a:xfrm>
        </p:spPr>
        <p:txBody>
          <a:bodyPr>
            <a:noAutofit/>
          </a:bodyPr>
          <a:lstStyle/>
          <a:p>
            <a:pPr marL="1310640" marR="1300480">
              <a:lnSpc>
                <a:spcPct val="100000"/>
              </a:lnSpc>
              <a:spcBef>
                <a:spcPts val="95"/>
              </a:spcBef>
            </a:pPr>
            <a:r>
              <a:rPr lang="en-US" sz="4800" spc="-10" dirty="0">
                <a:latin typeface="Algerian" panose="04020705040A02060702" pitchFamily="82" charset="0"/>
              </a:rPr>
              <a:t>Presentation  </a:t>
            </a:r>
            <a:r>
              <a:rPr lang="en-US" sz="4800" spc="-5" dirty="0">
                <a:latin typeface="Algerian" panose="04020705040A02060702" pitchFamily="82" charset="0"/>
              </a:rPr>
              <a:t>on</a:t>
            </a:r>
            <a:br>
              <a:rPr lang="en-US" sz="4800" dirty="0">
                <a:latin typeface="Algerian" panose="04020705040A02060702" pitchFamily="82" charset="0"/>
              </a:rPr>
            </a:br>
            <a:r>
              <a:rPr lang="en-US" sz="4800" spc="-10" dirty="0">
                <a:latin typeface="Algerian" panose="04020705040A02060702" pitchFamily="82" charset="0"/>
              </a:rPr>
              <a:t>railway reservation  </a:t>
            </a:r>
            <a:r>
              <a:rPr lang="en-US" sz="4800" spc="-5" dirty="0">
                <a:latin typeface="Algerian" panose="04020705040A02060702" pitchFamily="82" charset="0"/>
              </a:rPr>
              <a:t>system</a:t>
            </a:r>
            <a:endParaRPr lang="en-IN" sz="4800" dirty="0">
              <a:latin typeface="Algerian" panose="04020705040A02060702" pitchFamily="82" charset="0"/>
            </a:endParaRPr>
          </a:p>
        </p:txBody>
      </p:sp>
      <p:sp>
        <p:nvSpPr>
          <p:cNvPr id="3" name="Content Placeholder 2">
            <a:extLst>
              <a:ext uri="{FF2B5EF4-FFF2-40B4-BE49-F238E27FC236}">
                <a16:creationId xmlns:a16="http://schemas.microsoft.com/office/drawing/2014/main" id="{2A09618C-751E-DB0D-3571-70C6C0E6852A}"/>
              </a:ext>
            </a:extLst>
          </p:cNvPr>
          <p:cNvSpPr>
            <a:spLocks noGrp="1"/>
          </p:cNvSpPr>
          <p:nvPr>
            <p:ph idx="1"/>
          </p:nvPr>
        </p:nvSpPr>
        <p:spPr>
          <a:xfrm>
            <a:off x="1484310" y="2703871"/>
            <a:ext cx="10018713" cy="3362632"/>
          </a:xfrm>
        </p:spPr>
        <p:txBody>
          <a:bodyPr/>
          <a:lstStyle/>
          <a:p>
            <a:pPr marL="0" indent="0" algn="ctr">
              <a:buNone/>
            </a:pPr>
            <a:r>
              <a:rPr lang="en-IN" sz="2400" dirty="0">
                <a:solidFill>
                  <a:schemeClr val="accent1"/>
                </a:solidFill>
                <a:latin typeface="Rockwell" panose="02060603020205020403" pitchFamily="18" charset="0"/>
              </a:rPr>
              <a:t>PRESENTED BY:  </a:t>
            </a:r>
            <a:r>
              <a:rPr lang="en-IN" sz="2400" dirty="0">
                <a:latin typeface="Rockwell" panose="02060603020205020403" pitchFamily="18" charset="0"/>
              </a:rPr>
              <a:t>YASH KUMAR</a:t>
            </a:r>
          </a:p>
          <a:p>
            <a:pPr marL="0" indent="0" algn="ctr">
              <a:buNone/>
            </a:pPr>
            <a:r>
              <a:rPr lang="en-IN" sz="2400" dirty="0">
                <a:solidFill>
                  <a:schemeClr val="accent1"/>
                </a:solidFill>
                <a:latin typeface="Rockwell" panose="02060603020205020403" pitchFamily="18" charset="0"/>
              </a:rPr>
              <a:t>ROLL NO:</a:t>
            </a:r>
            <a:r>
              <a:rPr lang="en-IN" sz="2400" dirty="0">
                <a:solidFill>
                  <a:schemeClr val="accent3">
                    <a:lumMod val="60000"/>
                    <a:lumOff val="40000"/>
                  </a:schemeClr>
                </a:solidFill>
                <a:latin typeface="Rockwell" panose="02060603020205020403" pitchFamily="18" charset="0"/>
              </a:rPr>
              <a:t> </a:t>
            </a:r>
            <a:r>
              <a:rPr lang="en-IN" sz="2400" dirty="0">
                <a:latin typeface="Rockwell" panose="02060603020205020403" pitchFamily="18" charset="0"/>
              </a:rPr>
              <a:t>12201201</a:t>
            </a:r>
          </a:p>
          <a:p>
            <a:pPr marL="0" indent="0" algn="ctr">
              <a:buNone/>
            </a:pPr>
            <a:r>
              <a:rPr lang="en-IN" sz="2400" dirty="0">
                <a:solidFill>
                  <a:schemeClr val="accent1"/>
                </a:solidFill>
                <a:latin typeface="Rockwell" panose="02060603020205020403" pitchFamily="18" charset="0"/>
              </a:rPr>
              <a:t>BATCH:</a:t>
            </a:r>
            <a:r>
              <a:rPr lang="en-IN" sz="2400" dirty="0">
                <a:latin typeface="Rockwell" panose="02060603020205020403" pitchFamily="18" charset="0"/>
              </a:rPr>
              <a:t> 3CE8</a:t>
            </a:r>
          </a:p>
          <a:p>
            <a:endParaRPr lang="en-IN" dirty="0"/>
          </a:p>
        </p:txBody>
      </p:sp>
    </p:spTree>
    <p:extLst>
      <p:ext uri="{BB962C8B-B14F-4D97-AF65-F5344CB8AC3E}">
        <p14:creationId xmlns:p14="http://schemas.microsoft.com/office/powerpoint/2010/main" val="426455219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A19260-E1FF-567A-A9B3-E5B63EF836D8}"/>
              </a:ext>
            </a:extLst>
          </p:cNvPr>
          <p:cNvSpPr>
            <a:spLocks noGrp="1"/>
          </p:cNvSpPr>
          <p:nvPr>
            <p:ph type="title"/>
          </p:nvPr>
        </p:nvSpPr>
        <p:spPr>
          <a:xfrm>
            <a:off x="2290916" y="521109"/>
            <a:ext cx="8613058" cy="786581"/>
          </a:xfrm>
        </p:spPr>
        <p:txBody>
          <a:bodyPr>
            <a:normAutofit fontScale="90000"/>
          </a:bodyPr>
          <a:lstStyle/>
          <a:p>
            <a:r>
              <a:rPr lang="en-IN" sz="4000" b="1" spc="-5" dirty="0">
                <a:latin typeface="Castellar" panose="020A0402060406010301" pitchFamily="18" charset="0"/>
                <a:cs typeface="Times New Roman"/>
              </a:rPr>
              <a:t>In</a:t>
            </a:r>
            <a:r>
              <a:rPr lang="en-IN" sz="4000" b="1" dirty="0">
                <a:latin typeface="Castellar" panose="020A0402060406010301" pitchFamily="18" charset="0"/>
                <a:cs typeface="Times New Roman"/>
              </a:rPr>
              <a:t>t</a:t>
            </a:r>
            <a:r>
              <a:rPr lang="en-IN" sz="4000" b="1" spc="-5" dirty="0">
                <a:latin typeface="Castellar" panose="020A0402060406010301" pitchFamily="18" charset="0"/>
                <a:cs typeface="Times New Roman"/>
              </a:rPr>
              <a:t>ro</a:t>
            </a:r>
            <a:r>
              <a:rPr lang="en-IN" sz="4000" b="1" dirty="0">
                <a:latin typeface="Castellar" panose="020A0402060406010301" pitchFamily="18" charset="0"/>
                <a:cs typeface="Times New Roman"/>
              </a:rPr>
              <a:t>d</a:t>
            </a:r>
            <a:r>
              <a:rPr lang="en-IN" sz="4000" b="1" spc="-5" dirty="0">
                <a:latin typeface="Castellar" panose="020A0402060406010301" pitchFamily="18" charset="0"/>
                <a:cs typeface="Times New Roman"/>
              </a:rPr>
              <a:t>uc</a:t>
            </a:r>
            <a:r>
              <a:rPr lang="en-IN" sz="4000" b="1" dirty="0">
                <a:latin typeface="Castellar" panose="020A0402060406010301" pitchFamily="18" charset="0"/>
                <a:cs typeface="Times New Roman"/>
              </a:rPr>
              <a:t>t</a:t>
            </a:r>
            <a:r>
              <a:rPr lang="en-IN" sz="4000" b="1" spc="-5" dirty="0">
                <a:latin typeface="Castellar" panose="020A0402060406010301" pitchFamily="18" charset="0"/>
                <a:cs typeface="Times New Roman"/>
              </a:rPr>
              <a:t>io</a:t>
            </a:r>
            <a:r>
              <a:rPr lang="en-IN" sz="4000" b="1" spc="5" dirty="0">
                <a:latin typeface="Castellar" panose="020A0402060406010301" pitchFamily="18" charset="0"/>
                <a:cs typeface="Times New Roman"/>
              </a:rPr>
              <a:t>n</a:t>
            </a:r>
            <a:br>
              <a:rPr lang="en-IN" sz="4000" b="1" spc="-5" dirty="0">
                <a:latin typeface="Castellar" panose="020A0402060406010301" pitchFamily="18" charset="0"/>
                <a:cs typeface="Times New Roman"/>
              </a:rPr>
            </a:br>
            <a:endParaRPr lang="en-IN" b="1" dirty="0"/>
          </a:p>
        </p:txBody>
      </p:sp>
      <p:sp>
        <p:nvSpPr>
          <p:cNvPr id="3" name="Content Placeholder 2">
            <a:extLst>
              <a:ext uri="{FF2B5EF4-FFF2-40B4-BE49-F238E27FC236}">
                <a16:creationId xmlns:a16="http://schemas.microsoft.com/office/drawing/2014/main" id="{6B933F2D-061E-9009-BFF9-AEB2909EEF7A}"/>
              </a:ext>
            </a:extLst>
          </p:cNvPr>
          <p:cNvSpPr>
            <a:spLocks noGrp="1"/>
          </p:cNvSpPr>
          <p:nvPr>
            <p:ph idx="1"/>
          </p:nvPr>
        </p:nvSpPr>
        <p:spPr>
          <a:xfrm>
            <a:off x="1474839" y="1189703"/>
            <a:ext cx="10304206" cy="4709652"/>
          </a:xfrm>
        </p:spPr>
        <p:txBody>
          <a:bodyPr>
            <a:normAutofit/>
          </a:bodyPr>
          <a:lstStyle/>
          <a:p>
            <a:pPr algn="just">
              <a:lnSpc>
                <a:spcPct val="150000"/>
              </a:lnSpc>
              <a:spcBef>
                <a:spcPts val="100"/>
              </a:spcBef>
              <a:buClr>
                <a:schemeClr val="accent1"/>
              </a:buClr>
              <a:buSzPct val="79166"/>
              <a:buFont typeface="Wingdings" panose="05000000000000000000" pitchFamily="2" charset="2"/>
              <a:buChar char="q"/>
              <a:tabLst>
                <a:tab pos="295910" algn="l"/>
                <a:tab pos="296545" algn="l"/>
                <a:tab pos="1149350" algn="l"/>
                <a:tab pos="2394585" algn="l"/>
                <a:tab pos="2893060" algn="l"/>
                <a:tab pos="4342765" algn="l"/>
                <a:tab pos="6047105" algn="l"/>
                <a:tab pos="6868159" algn="l"/>
              </a:tabLst>
            </a:pPr>
            <a:r>
              <a:rPr lang="en-US" sz="2800" dirty="0">
                <a:latin typeface="Rockwell" panose="02060603020205020403" pitchFamily="18" charset="0"/>
                <a:cs typeface="Arial"/>
              </a:rPr>
              <a:t> T</a:t>
            </a:r>
            <a:r>
              <a:rPr lang="en-US" sz="2800" spc="-10" dirty="0">
                <a:latin typeface="Rockwell" panose="02060603020205020403" pitchFamily="18" charset="0"/>
                <a:cs typeface="Arial"/>
              </a:rPr>
              <a:t>h</a:t>
            </a:r>
            <a:r>
              <a:rPr lang="en-US" sz="2800" dirty="0">
                <a:latin typeface="Rockwell" panose="02060603020205020403" pitchFamily="18" charset="0"/>
                <a:cs typeface="Arial"/>
              </a:rPr>
              <a:t>is system </a:t>
            </a:r>
            <a:r>
              <a:rPr lang="en-US" sz="2800" spc="-10" dirty="0">
                <a:latin typeface="Rockwell" panose="02060603020205020403" pitchFamily="18" charset="0"/>
                <a:cs typeface="Arial"/>
              </a:rPr>
              <a:t>i</a:t>
            </a:r>
            <a:r>
              <a:rPr lang="en-US" sz="2800" dirty="0">
                <a:latin typeface="Rockwell" panose="02060603020205020403" pitchFamily="18" charset="0"/>
                <a:cs typeface="Arial"/>
              </a:rPr>
              <a:t>s basica</a:t>
            </a:r>
            <a:r>
              <a:rPr lang="en-US" sz="2800" spc="5" dirty="0">
                <a:latin typeface="Rockwell" panose="02060603020205020403" pitchFamily="18" charset="0"/>
                <a:cs typeface="Arial"/>
              </a:rPr>
              <a:t>l</a:t>
            </a:r>
            <a:r>
              <a:rPr lang="en-US" sz="2800" dirty="0">
                <a:latin typeface="Rockwell" panose="02060603020205020403" pitchFamily="18" charset="0"/>
                <a:cs typeface="Arial"/>
              </a:rPr>
              <a:t>ly concerned with the </a:t>
            </a:r>
            <a:r>
              <a:rPr lang="en-US" sz="2800" spc="-5" dirty="0">
                <a:latin typeface="Rockwell" panose="02060603020205020403" pitchFamily="18" charset="0"/>
                <a:cs typeface="Arial"/>
              </a:rPr>
              <a:t>reservation of railway </a:t>
            </a:r>
            <a:r>
              <a:rPr lang="en-US" sz="2800" dirty="0">
                <a:latin typeface="Rockwell" panose="02060603020205020403" pitchFamily="18" charset="0"/>
                <a:cs typeface="Arial"/>
              </a:rPr>
              <a:t>tickets to the</a:t>
            </a:r>
            <a:r>
              <a:rPr lang="en-US" sz="2800" spc="15" dirty="0">
                <a:latin typeface="Rockwell" panose="02060603020205020403" pitchFamily="18" charset="0"/>
                <a:cs typeface="Arial"/>
              </a:rPr>
              <a:t> </a:t>
            </a:r>
            <a:r>
              <a:rPr lang="en-US" sz="2800" spc="-5" dirty="0">
                <a:latin typeface="Rockwell" panose="02060603020205020403" pitchFamily="18" charset="0"/>
                <a:cs typeface="Arial"/>
              </a:rPr>
              <a:t>passengers.</a:t>
            </a:r>
            <a:endParaRPr lang="en-US" sz="2800" dirty="0">
              <a:latin typeface="Rockwell" panose="02060603020205020403" pitchFamily="18" charset="0"/>
              <a:cs typeface="Arial"/>
            </a:endParaRPr>
          </a:p>
          <a:p>
            <a:pPr marR="7620" algn="just">
              <a:lnSpc>
                <a:spcPct val="150000"/>
              </a:lnSpc>
              <a:buClr>
                <a:schemeClr val="accent1"/>
              </a:buClr>
              <a:buSzPct val="79166"/>
              <a:buFont typeface="Wingdings" panose="05000000000000000000" pitchFamily="2" charset="2"/>
              <a:buChar char="q"/>
              <a:tabLst>
                <a:tab pos="295910" algn="l"/>
                <a:tab pos="296545" algn="l"/>
              </a:tabLst>
            </a:pPr>
            <a:r>
              <a:rPr lang="en-US" sz="2800" dirty="0">
                <a:latin typeface="Rockwell" panose="02060603020205020403" pitchFamily="18" charset="0"/>
                <a:cs typeface="Arial"/>
              </a:rPr>
              <a:t> In this </a:t>
            </a:r>
            <a:r>
              <a:rPr lang="en-US" sz="2800" spc="-5" dirty="0">
                <a:latin typeface="Rockwell" panose="02060603020205020403" pitchFamily="18" charset="0"/>
                <a:cs typeface="Arial"/>
              </a:rPr>
              <a:t>we </a:t>
            </a:r>
            <a:r>
              <a:rPr lang="en-US" sz="2800" dirty="0">
                <a:latin typeface="Rockwell" panose="02060603020205020403" pitchFamily="18" charset="0"/>
                <a:cs typeface="Arial"/>
              </a:rPr>
              <a:t>are </a:t>
            </a:r>
            <a:r>
              <a:rPr lang="en-US" sz="2800" spc="-5" dirty="0">
                <a:latin typeface="Rockwell" panose="02060603020205020403" pitchFamily="18" charset="0"/>
                <a:cs typeface="Arial"/>
              </a:rPr>
              <a:t>discussing </a:t>
            </a:r>
            <a:r>
              <a:rPr lang="en-US" sz="2800" dirty="0">
                <a:latin typeface="Rockwell" panose="02060603020205020403" pitchFamily="18" charset="0"/>
                <a:cs typeface="Arial"/>
              </a:rPr>
              <a:t>that </a:t>
            </a:r>
            <a:r>
              <a:rPr lang="en-US" sz="2800" spc="-5" dirty="0">
                <a:latin typeface="Rockwell" panose="02060603020205020403" pitchFamily="18" charset="0"/>
                <a:cs typeface="Arial"/>
              </a:rPr>
              <a:t>how </a:t>
            </a:r>
            <a:r>
              <a:rPr lang="en-US" sz="2800" dirty="0">
                <a:latin typeface="Rockwell" panose="02060603020205020403" pitchFamily="18" charset="0"/>
                <a:cs typeface="Arial"/>
              </a:rPr>
              <a:t>the </a:t>
            </a:r>
            <a:r>
              <a:rPr lang="en-US" sz="2800" spc="-5" dirty="0">
                <a:latin typeface="Rockwell" panose="02060603020205020403" pitchFamily="18" charset="0"/>
                <a:cs typeface="Arial"/>
              </a:rPr>
              <a:t>reservation </a:t>
            </a:r>
            <a:r>
              <a:rPr lang="en-US" sz="2800" spc="-10" dirty="0">
                <a:latin typeface="Rockwell" panose="02060603020205020403" pitchFamily="18" charset="0"/>
                <a:cs typeface="Arial"/>
              </a:rPr>
              <a:t>is  </a:t>
            </a:r>
            <a:r>
              <a:rPr lang="en-US" sz="2800" spc="-5" dirty="0">
                <a:latin typeface="Rockwell" panose="02060603020205020403" pitchFamily="18" charset="0"/>
                <a:cs typeface="Arial"/>
              </a:rPr>
              <a:t>done.</a:t>
            </a:r>
          </a:p>
          <a:p>
            <a:pPr marR="7620" algn="just">
              <a:lnSpc>
                <a:spcPct val="150000"/>
              </a:lnSpc>
              <a:buClr>
                <a:schemeClr val="accent1"/>
              </a:buClr>
              <a:buSzPct val="79166"/>
              <a:buFont typeface="Wingdings" panose="05000000000000000000" pitchFamily="2" charset="2"/>
              <a:buChar char="q"/>
              <a:tabLst>
                <a:tab pos="295910" algn="l"/>
                <a:tab pos="296545" algn="l"/>
              </a:tabLst>
            </a:pPr>
            <a:r>
              <a:rPr lang="en-US" sz="2800" dirty="0">
                <a:latin typeface="Arial"/>
                <a:cs typeface="Arial"/>
              </a:rPr>
              <a:t>In this </a:t>
            </a:r>
            <a:r>
              <a:rPr lang="en-US" sz="2800" spc="-5" dirty="0">
                <a:latin typeface="Arial"/>
                <a:cs typeface="Arial"/>
              </a:rPr>
              <a:t>project we are going </a:t>
            </a:r>
            <a:r>
              <a:rPr lang="en-US" sz="2800" dirty="0">
                <a:latin typeface="Arial"/>
                <a:cs typeface="Arial"/>
              </a:rPr>
              <a:t>to </a:t>
            </a:r>
            <a:r>
              <a:rPr lang="en-US" sz="2800" spc="-5" dirty="0">
                <a:latin typeface="Arial"/>
                <a:cs typeface="Arial"/>
              </a:rPr>
              <a:t>include all the entities  related </a:t>
            </a:r>
            <a:r>
              <a:rPr lang="en-US" sz="2800" dirty="0">
                <a:latin typeface="Arial"/>
                <a:cs typeface="Arial"/>
              </a:rPr>
              <a:t>to</a:t>
            </a:r>
            <a:r>
              <a:rPr lang="en-US" sz="2800" spc="-10" dirty="0">
                <a:latin typeface="Arial"/>
                <a:cs typeface="Arial"/>
              </a:rPr>
              <a:t> </a:t>
            </a:r>
            <a:r>
              <a:rPr lang="en-US" sz="2800" spc="-5" dirty="0">
                <a:latin typeface="Arial"/>
                <a:cs typeface="Arial"/>
              </a:rPr>
              <a:t>reservation</a:t>
            </a:r>
          </a:p>
          <a:p>
            <a:endParaRPr lang="en-IN" dirty="0"/>
          </a:p>
        </p:txBody>
      </p:sp>
    </p:spTree>
    <p:extLst>
      <p:ext uri="{BB962C8B-B14F-4D97-AF65-F5344CB8AC3E}">
        <p14:creationId xmlns:p14="http://schemas.microsoft.com/office/powerpoint/2010/main" val="212280999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F54FA7-2A56-0DAD-431C-2DDD6413B6C0}"/>
              </a:ext>
            </a:extLst>
          </p:cNvPr>
          <p:cNvSpPr>
            <a:spLocks noGrp="1"/>
          </p:cNvSpPr>
          <p:nvPr>
            <p:ph type="title"/>
          </p:nvPr>
        </p:nvSpPr>
        <p:spPr>
          <a:xfrm>
            <a:off x="1484311" y="245807"/>
            <a:ext cx="10018713" cy="1042220"/>
          </a:xfrm>
        </p:spPr>
        <p:txBody>
          <a:bodyPr/>
          <a:lstStyle/>
          <a:p>
            <a:pPr algn="l"/>
            <a:r>
              <a:rPr lang="en-IN" sz="4000" b="1" spc="-5" dirty="0">
                <a:latin typeface="Castellar" panose="020A0402060406010301" pitchFamily="18" charset="0"/>
                <a:cs typeface="Times New Roman"/>
              </a:rPr>
              <a:t>Cntd….</a:t>
            </a:r>
            <a:endParaRPr lang="en-IN" b="1" dirty="0">
              <a:latin typeface="Castellar" panose="020A0402060406010301" pitchFamily="18" charset="0"/>
            </a:endParaRPr>
          </a:p>
        </p:txBody>
      </p:sp>
      <p:sp>
        <p:nvSpPr>
          <p:cNvPr id="3" name="Content Placeholder 2">
            <a:extLst>
              <a:ext uri="{FF2B5EF4-FFF2-40B4-BE49-F238E27FC236}">
                <a16:creationId xmlns:a16="http://schemas.microsoft.com/office/drawing/2014/main" id="{95083A04-C86C-299A-BED2-72680618BBD1}"/>
              </a:ext>
            </a:extLst>
          </p:cNvPr>
          <p:cNvSpPr>
            <a:spLocks noGrp="1"/>
          </p:cNvSpPr>
          <p:nvPr>
            <p:ph idx="1"/>
          </p:nvPr>
        </p:nvSpPr>
        <p:spPr>
          <a:xfrm>
            <a:off x="1604210" y="1288026"/>
            <a:ext cx="10018713" cy="5102941"/>
          </a:xfrm>
        </p:spPr>
        <p:txBody>
          <a:bodyPr>
            <a:normAutofit fontScale="77500" lnSpcReduction="20000"/>
          </a:bodyPr>
          <a:lstStyle/>
          <a:p>
            <a:pPr>
              <a:lnSpc>
                <a:spcPct val="150000"/>
              </a:lnSpc>
              <a:spcBef>
                <a:spcPts val="20"/>
              </a:spcBef>
              <a:buClr>
                <a:schemeClr val="accent1"/>
              </a:buClr>
              <a:buSzPct val="79166"/>
              <a:buFont typeface="Wingdings" panose="05000000000000000000" pitchFamily="2" charset="2"/>
              <a:buChar char="q"/>
              <a:tabLst>
                <a:tab pos="527685" algn="l"/>
                <a:tab pos="528320" algn="l"/>
              </a:tabLst>
            </a:pPr>
            <a:r>
              <a:rPr lang="en-US" sz="3300" dirty="0">
                <a:latin typeface="Rockwell" panose="02060603020205020403" pitchFamily="18" charset="0"/>
                <a:cs typeface="Arial"/>
              </a:rPr>
              <a:t>Stations</a:t>
            </a:r>
          </a:p>
          <a:p>
            <a:pPr>
              <a:lnSpc>
                <a:spcPct val="150000"/>
              </a:lnSpc>
              <a:spcBef>
                <a:spcPts val="25"/>
              </a:spcBef>
              <a:buClr>
                <a:schemeClr val="accent1"/>
              </a:buClr>
              <a:buSzPct val="79166"/>
              <a:buFont typeface="Wingdings" panose="05000000000000000000" pitchFamily="2" charset="2"/>
              <a:buChar char="q"/>
              <a:tabLst>
                <a:tab pos="527685" algn="l"/>
                <a:tab pos="528320" algn="l"/>
              </a:tabLst>
            </a:pPr>
            <a:r>
              <a:rPr lang="en-US" sz="3300" spc="-5" dirty="0">
                <a:latin typeface="Rockwell" panose="02060603020205020403" pitchFamily="18" charset="0"/>
                <a:cs typeface="Arial"/>
              </a:rPr>
              <a:t>Customers</a:t>
            </a:r>
            <a:endParaRPr lang="en-US" sz="3300" dirty="0">
              <a:latin typeface="Rockwell" panose="02060603020205020403" pitchFamily="18" charset="0"/>
              <a:cs typeface="Arial"/>
            </a:endParaRPr>
          </a:p>
          <a:p>
            <a:pPr>
              <a:lnSpc>
                <a:spcPct val="150000"/>
              </a:lnSpc>
              <a:spcBef>
                <a:spcPts val="30"/>
              </a:spcBef>
              <a:buClr>
                <a:schemeClr val="accent1"/>
              </a:buClr>
              <a:buSzPct val="79166"/>
              <a:buFont typeface="Wingdings" panose="05000000000000000000" pitchFamily="2" charset="2"/>
              <a:buChar char="q"/>
              <a:tabLst>
                <a:tab pos="527685" algn="l"/>
                <a:tab pos="528320" algn="l"/>
              </a:tabLst>
            </a:pPr>
            <a:r>
              <a:rPr lang="en-US" sz="3300" spc="-20" dirty="0">
                <a:latin typeface="Rockwell" panose="02060603020205020403" pitchFamily="18" charset="0"/>
                <a:cs typeface="Arial"/>
              </a:rPr>
              <a:t>Trains</a:t>
            </a:r>
            <a:endParaRPr lang="en-US" sz="3300" dirty="0">
              <a:latin typeface="Rockwell" panose="02060603020205020403" pitchFamily="18" charset="0"/>
              <a:cs typeface="Arial"/>
            </a:endParaRPr>
          </a:p>
          <a:p>
            <a:pPr>
              <a:lnSpc>
                <a:spcPct val="150000"/>
              </a:lnSpc>
              <a:spcBef>
                <a:spcPts val="20"/>
              </a:spcBef>
              <a:buClr>
                <a:schemeClr val="accent1"/>
              </a:buClr>
              <a:buSzPct val="79166"/>
              <a:buFont typeface="Wingdings" panose="05000000000000000000" pitchFamily="2" charset="2"/>
              <a:buChar char="q"/>
              <a:tabLst>
                <a:tab pos="527685" algn="l"/>
                <a:tab pos="528320" algn="l"/>
              </a:tabLst>
            </a:pPr>
            <a:r>
              <a:rPr lang="en-US" sz="3300" dirty="0">
                <a:latin typeface="Rockwell" panose="02060603020205020403" pitchFamily="18" charset="0"/>
                <a:cs typeface="Arial"/>
              </a:rPr>
              <a:t>Forms</a:t>
            </a:r>
          </a:p>
          <a:p>
            <a:pPr>
              <a:lnSpc>
                <a:spcPct val="150000"/>
              </a:lnSpc>
              <a:spcBef>
                <a:spcPts val="25"/>
              </a:spcBef>
              <a:buClr>
                <a:schemeClr val="accent1"/>
              </a:buClr>
              <a:buSzPct val="79166"/>
              <a:buFont typeface="Wingdings" panose="05000000000000000000" pitchFamily="2" charset="2"/>
              <a:buChar char="q"/>
              <a:tabLst>
                <a:tab pos="527685" algn="l"/>
                <a:tab pos="528320" algn="l"/>
              </a:tabLst>
            </a:pPr>
            <a:r>
              <a:rPr lang="en-US" sz="3300" spc="-20" dirty="0">
                <a:latin typeface="Rockwell" panose="02060603020205020403" pitchFamily="18" charset="0"/>
                <a:cs typeface="Arial"/>
              </a:rPr>
              <a:t>Ticket</a:t>
            </a:r>
            <a:endParaRPr lang="en-US" sz="3300" dirty="0">
              <a:latin typeface="Rockwell" panose="02060603020205020403" pitchFamily="18" charset="0"/>
              <a:cs typeface="Arial"/>
            </a:endParaRPr>
          </a:p>
          <a:p>
            <a:pPr>
              <a:lnSpc>
                <a:spcPct val="150000"/>
              </a:lnSpc>
              <a:spcBef>
                <a:spcPts val="25"/>
              </a:spcBef>
              <a:buClr>
                <a:schemeClr val="accent1"/>
              </a:buClr>
              <a:buSzPct val="79166"/>
              <a:buFont typeface="Wingdings" panose="05000000000000000000" pitchFamily="2" charset="2"/>
              <a:buChar char="q"/>
              <a:tabLst>
                <a:tab pos="527685" algn="l"/>
                <a:tab pos="528320" algn="l"/>
              </a:tabLst>
            </a:pPr>
            <a:r>
              <a:rPr lang="en-US" sz="3300" dirty="0">
                <a:latin typeface="Rockwell" panose="02060603020205020403" pitchFamily="18" charset="0"/>
                <a:cs typeface="Arial"/>
              </a:rPr>
              <a:t>Fare</a:t>
            </a:r>
          </a:p>
          <a:p>
            <a:pPr>
              <a:lnSpc>
                <a:spcPct val="150000"/>
              </a:lnSpc>
              <a:spcBef>
                <a:spcPts val="25"/>
              </a:spcBef>
              <a:buClr>
                <a:schemeClr val="accent1"/>
              </a:buClr>
              <a:buSzPct val="79166"/>
              <a:buFont typeface="Wingdings" panose="05000000000000000000" pitchFamily="2" charset="2"/>
              <a:buChar char="q"/>
              <a:tabLst>
                <a:tab pos="527685" algn="l"/>
                <a:tab pos="528320" algn="l"/>
              </a:tabLst>
            </a:pPr>
            <a:r>
              <a:rPr lang="en-US" sz="3300" spc="-5" dirty="0">
                <a:latin typeface="Rockwell" panose="02060603020205020403" pitchFamily="18" charset="0"/>
                <a:cs typeface="Arial"/>
              </a:rPr>
              <a:t>Class</a:t>
            </a:r>
            <a:endParaRPr lang="en-US" sz="3300" dirty="0">
              <a:latin typeface="Rockwell" panose="02060603020205020403" pitchFamily="18" charset="0"/>
              <a:cs typeface="Arial"/>
            </a:endParaRPr>
          </a:p>
          <a:p>
            <a:pPr>
              <a:lnSpc>
                <a:spcPct val="150000"/>
              </a:lnSpc>
              <a:spcBef>
                <a:spcPts val="25"/>
              </a:spcBef>
              <a:buClr>
                <a:schemeClr val="accent1"/>
              </a:buClr>
              <a:buSzPct val="79166"/>
              <a:buFont typeface="Wingdings" panose="05000000000000000000" pitchFamily="2" charset="2"/>
              <a:buChar char="q"/>
              <a:tabLst>
                <a:tab pos="527685" algn="l"/>
                <a:tab pos="528320" algn="l"/>
              </a:tabLst>
            </a:pPr>
            <a:r>
              <a:rPr lang="en-US" sz="3300" spc="-25" dirty="0">
                <a:latin typeface="Rockwell" panose="02060603020205020403" pitchFamily="18" charset="0"/>
                <a:cs typeface="Arial"/>
              </a:rPr>
              <a:t>Time</a:t>
            </a:r>
            <a:endParaRPr lang="en-US" sz="3300" dirty="0">
              <a:latin typeface="Rockwell" panose="02060603020205020403" pitchFamily="18" charset="0"/>
              <a:cs typeface="Arial"/>
            </a:endParaRPr>
          </a:p>
          <a:p>
            <a:pPr>
              <a:spcBef>
                <a:spcPts val="25"/>
              </a:spcBef>
              <a:buClr>
                <a:schemeClr val="accent1"/>
              </a:buClr>
              <a:buSzPct val="79166"/>
              <a:tabLst>
                <a:tab pos="527685" algn="l"/>
                <a:tab pos="528320" algn="l"/>
              </a:tabLst>
            </a:pPr>
            <a:endParaRPr lang="en-IN" dirty="0"/>
          </a:p>
        </p:txBody>
      </p:sp>
    </p:spTree>
    <p:extLst>
      <p:ext uri="{BB962C8B-B14F-4D97-AF65-F5344CB8AC3E}">
        <p14:creationId xmlns:p14="http://schemas.microsoft.com/office/powerpoint/2010/main" val="392507794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65CFD6-CF59-F95E-BC28-A182BA1C74BF}"/>
              </a:ext>
            </a:extLst>
          </p:cNvPr>
          <p:cNvSpPr>
            <a:spLocks noGrp="1"/>
          </p:cNvSpPr>
          <p:nvPr>
            <p:ph type="title"/>
          </p:nvPr>
        </p:nvSpPr>
        <p:spPr>
          <a:xfrm>
            <a:off x="1779639" y="334297"/>
            <a:ext cx="9723385" cy="1002890"/>
          </a:xfrm>
        </p:spPr>
        <p:txBody>
          <a:bodyPr/>
          <a:lstStyle/>
          <a:p>
            <a:r>
              <a:rPr lang="en-IN" sz="4000" b="1" spc="-5" dirty="0">
                <a:latin typeface="Castellar" panose="020A0402060406010301" pitchFamily="18" charset="0"/>
                <a:cs typeface="Times New Roman"/>
              </a:rPr>
              <a:t>Scope &amp;</a:t>
            </a:r>
            <a:r>
              <a:rPr lang="en-IN" sz="4000" b="1" spc="-90" dirty="0">
                <a:latin typeface="Castellar" panose="020A0402060406010301" pitchFamily="18" charset="0"/>
                <a:cs typeface="Times New Roman"/>
              </a:rPr>
              <a:t> </a:t>
            </a:r>
            <a:r>
              <a:rPr lang="en-IN" sz="4000" b="1" dirty="0">
                <a:latin typeface="Castellar" panose="020A0402060406010301" pitchFamily="18" charset="0"/>
                <a:cs typeface="Times New Roman"/>
              </a:rPr>
              <a:t>Objectives</a:t>
            </a:r>
            <a:endParaRPr lang="en-IN" b="1" dirty="0">
              <a:latin typeface="Castellar" panose="020A0402060406010301" pitchFamily="18" charset="0"/>
            </a:endParaRPr>
          </a:p>
        </p:txBody>
      </p:sp>
      <p:sp>
        <p:nvSpPr>
          <p:cNvPr id="3" name="Content Placeholder 2">
            <a:extLst>
              <a:ext uri="{FF2B5EF4-FFF2-40B4-BE49-F238E27FC236}">
                <a16:creationId xmlns:a16="http://schemas.microsoft.com/office/drawing/2014/main" id="{8EFD4939-D599-CB32-F6E6-C36C0E489B0A}"/>
              </a:ext>
            </a:extLst>
          </p:cNvPr>
          <p:cNvSpPr>
            <a:spLocks noGrp="1"/>
          </p:cNvSpPr>
          <p:nvPr>
            <p:ph idx="1"/>
          </p:nvPr>
        </p:nvSpPr>
        <p:spPr>
          <a:xfrm>
            <a:off x="1484309" y="1071716"/>
            <a:ext cx="10520877" cy="5535561"/>
          </a:xfrm>
        </p:spPr>
        <p:txBody>
          <a:bodyPr/>
          <a:lstStyle/>
          <a:p>
            <a:pPr marL="0" indent="0" algn="just">
              <a:lnSpc>
                <a:spcPct val="150000"/>
              </a:lnSpc>
              <a:buNone/>
            </a:pPr>
            <a:r>
              <a:rPr lang="en-US" sz="2500" dirty="0">
                <a:latin typeface="Rockwell" panose="02060603020205020403" pitchFamily="18" charset="0"/>
              </a:rPr>
              <a:t>Through this system, a practical approach has been taken under study to understand how online reservation system works. This system will include all the necessary fields which are required during online reservation system. This system will be easy to use and can be used by any person. The basic idea behind this project is to save data in a central database which can be accessed by any authorize person to get information and saves time and burden which are being faced by their customers.</a:t>
            </a:r>
          </a:p>
          <a:p>
            <a:pPr marL="0" indent="0" algn="just">
              <a:buNone/>
            </a:pPr>
            <a:endParaRPr lang="en-IN" dirty="0"/>
          </a:p>
        </p:txBody>
      </p:sp>
    </p:spTree>
    <p:extLst>
      <p:ext uri="{BB962C8B-B14F-4D97-AF65-F5344CB8AC3E}">
        <p14:creationId xmlns:p14="http://schemas.microsoft.com/office/powerpoint/2010/main" val="647897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492D8C40-8DD4-86DF-00DD-5F496E902F1A}"/>
              </a:ext>
            </a:extLst>
          </p:cNvPr>
          <p:cNvSpPr>
            <a:spLocks noGrp="1"/>
          </p:cNvSpPr>
          <p:nvPr>
            <p:ph idx="1"/>
          </p:nvPr>
        </p:nvSpPr>
        <p:spPr>
          <a:xfrm>
            <a:off x="1917290" y="422787"/>
            <a:ext cx="9851922" cy="5919019"/>
          </a:xfrm>
        </p:spPr>
        <p:txBody>
          <a:bodyPr>
            <a:normAutofit/>
          </a:bodyPr>
          <a:lstStyle/>
          <a:p>
            <a:pPr marL="69215" marR="5080" indent="-342900" algn="just">
              <a:lnSpc>
                <a:spcPct val="150000"/>
              </a:lnSpc>
              <a:spcBef>
                <a:spcPts val="105"/>
              </a:spcBef>
              <a:buClr>
                <a:schemeClr val="accent1"/>
              </a:buClr>
              <a:buSzPct val="78846"/>
              <a:buFont typeface="Wingdings" panose="05000000000000000000" pitchFamily="2" charset="2"/>
              <a:buChar char="q"/>
              <a:tabLst>
                <a:tab pos="295910" algn="l"/>
                <a:tab pos="296545" algn="l"/>
              </a:tabLst>
            </a:pPr>
            <a:r>
              <a:rPr lang="en-US" sz="2500" dirty="0">
                <a:latin typeface="Rockwell" panose="02060603020205020403" pitchFamily="18" charset="0"/>
                <a:cs typeface="Arial"/>
              </a:rPr>
              <a:t>Easy </a:t>
            </a:r>
            <a:r>
              <a:rPr lang="en-US" sz="2500" spc="-5" dirty="0">
                <a:latin typeface="Rockwell" panose="02060603020205020403" pitchFamily="18" charset="0"/>
                <a:cs typeface="Arial"/>
              </a:rPr>
              <a:t>to </a:t>
            </a:r>
            <a:r>
              <a:rPr lang="en-US" sz="2500" dirty="0">
                <a:latin typeface="Rockwell" panose="02060603020205020403" pitchFamily="18" charset="0"/>
                <a:cs typeface="Arial"/>
              </a:rPr>
              <a:t>store information and fast accessing of  information.</a:t>
            </a:r>
          </a:p>
          <a:p>
            <a:pPr marL="69215" marR="6985" indent="-342900" algn="just">
              <a:lnSpc>
                <a:spcPct val="150000"/>
              </a:lnSpc>
              <a:spcBef>
                <a:spcPts val="600"/>
              </a:spcBef>
              <a:buClr>
                <a:schemeClr val="accent1"/>
              </a:buClr>
              <a:buSzPct val="78846"/>
              <a:buFont typeface="Wingdings" panose="05000000000000000000" pitchFamily="2" charset="2"/>
              <a:buChar char="q"/>
              <a:tabLst>
                <a:tab pos="295910" algn="l"/>
                <a:tab pos="296545" algn="l"/>
                <a:tab pos="2149475" algn="l"/>
                <a:tab pos="4263390" algn="l"/>
                <a:tab pos="5750560" algn="l"/>
                <a:tab pos="6153785" algn="l"/>
              </a:tabLst>
            </a:pPr>
            <a:r>
              <a:rPr lang="en-US" sz="2500" dirty="0">
                <a:latin typeface="Rockwell" panose="02060603020205020403" pitchFamily="18" charset="0"/>
                <a:cs typeface="Arial"/>
              </a:rPr>
              <a:t>C</a:t>
            </a:r>
            <a:r>
              <a:rPr lang="en-US" sz="2500" spc="5" dirty="0">
                <a:latin typeface="Rockwell" panose="02060603020205020403" pitchFamily="18" charset="0"/>
                <a:cs typeface="Arial"/>
              </a:rPr>
              <a:t>e</a:t>
            </a:r>
            <a:r>
              <a:rPr lang="en-US" sz="2500" dirty="0">
                <a:latin typeface="Rockwell" panose="02060603020205020403" pitchFamily="18" charset="0"/>
                <a:cs typeface="Arial"/>
              </a:rPr>
              <a:t>ntral</a:t>
            </a:r>
            <a:r>
              <a:rPr lang="en-US" sz="2500" spc="-20" dirty="0">
                <a:latin typeface="Rockwell" panose="02060603020205020403" pitchFamily="18" charset="0"/>
                <a:cs typeface="Arial"/>
              </a:rPr>
              <a:t>i</a:t>
            </a:r>
            <a:r>
              <a:rPr lang="en-US" sz="2500" dirty="0">
                <a:latin typeface="Rockwell" panose="02060603020205020403" pitchFamily="18" charset="0"/>
                <a:cs typeface="Arial"/>
              </a:rPr>
              <a:t>zed	ma</a:t>
            </a:r>
            <a:r>
              <a:rPr lang="en-US" sz="2500" spc="5" dirty="0">
                <a:latin typeface="Rockwell" panose="02060603020205020403" pitchFamily="18" charset="0"/>
                <a:cs typeface="Arial"/>
              </a:rPr>
              <a:t>n</a:t>
            </a:r>
            <a:r>
              <a:rPr lang="en-US" sz="2500" dirty="0">
                <a:latin typeface="Rockwell" panose="02060603020205020403" pitchFamily="18" charset="0"/>
                <a:cs typeface="Arial"/>
              </a:rPr>
              <a:t>ageme</a:t>
            </a:r>
            <a:r>
              <a:rPr lang="en-US" sz="2500" spc="10" dirty="0">
                <a:latin typeface="Rockwell" panose="02060603020205020403" pitchFamily="18" charset="0"/>
                <a:cs typeface="Arial"/>
              </a:rPr>
              <a:t>n</a:t>
            </a:r>
            <a:r>
              <a:rPr lang="en-US" sz="2500" dirty="0">
                <a:latin typeface="Rockwell" panose="02060603020205020403" pitchFamily="18" charset="0"/>
                <a:cs typeface="Arial"/>
              </a:rPr>
              <a:t>t	rep</a:t>
            </a:r>
            <a:r>
              <a:rPr lang="en-US" sz="2500" spc="5" dirty="0">
                <a:latin typeface="Rockwell" panose="02060603020205020403" pitchFamily="18" charset="0"/>
                <a:cs typeface="Arial"/>
              </a:rPr>
              <a:t>o</a:t>
            </a:r>
            <a:r>
              <a:rPr lang="en-US" sz="2500" dirty="0">
                <a:latin typeface="Rockwell" panose="02060603020205020403" pitchFamily="18" charset="0"/>
                <a:cs typeface="Arial"/>
              </a:rPr>
              <a:t>rt</a:t>
            </a:r>
            <a:r>
              <a:rPr lang="en-US" sz="2500" spc="-15" dirty="0">
                <a:latin typeface="Rockwell" panose="02060603020205020403" pitchFamily="18" charset="0"/>
                <a:cs typeface="Arial"/>
              </a:rPr>
              <a:t>i</a:t>
            </a:r>
            <a:r>
              <a:rPr lang="en-US" sz="2500" dirty="0">
                <a:latin typeface="Rockwell" panose="02060603020205020403" pitchFamily="18" charset="0"/>
                <a:cs typeface="Arial"/>
              </a:rPr>
              <a:t>ng	&amp;	d</a:t>
            </a:r>
            <a:r>
              <a:rPr lang="en-US" sz="2500" spc="5" dirty="0">
                <a:latin typeface="Rockwell" panose="02060603020205020403" pitchFamily="18" charset="0"/>
                <a:cs typeface="Arial"/>
              </a:rPr>
              <a:t>e</a:t>
            </a:r>
            <a:r>
              <a:rPr lang="en-US" sz="2500" dirty="0">
                <a:latin typeface="Rockwell" panose="02060603020205020403" pitchFamily="18" charset="0"/>
                <a:cs typeface="Arial"/>
              </a:rPr>
              <a:t>ci</a:t>
            </a:r>
            <a:r>
              <a:rPr lang="en-US" sz="2500" spc="5" dirty="0">
                <a:latin typeface="Rockwell" panose="02060603020205020403" pitchFamily="18" charset="0"/>
                <a:cs typeface="Arial"/>
              </a:rPr>
              <a:t>s</a:t>
            </a:r>
            <a:r>
              <a:rPr lang="en-US" sz="2500" dirty="0">
                <a:latin typeface="Rockwell" panose="02060603020205020403" pitchFamily="18" charset="0"/>
                <a:cs typeface="Arial"/>
              </a:rPr>
              <a:t>i</a:t>
            </a:r>
            <a:r>
              <a:rPr lang="en-US" sz="2500" spc="-15" dirty="0">
                <a:latin typeface="Rockwell" panose="02060603020205020403" pitchFamily="18" charset="0"/>
                <a:cs typeface="Arial"/>
              </a:rPr>
              <a:t>o</a:t>
            </a:r>
            <a:r>
              <a:rPr lang="en-US" sz="2500" dirty="0">
                <a:latin typeface="Rockwell" panose="02060603020205020403" pitchFamily="18" charset="0"/>
                <a:cs typeface="Arial"/>
              </a:rPr>
              <a:t>n  support.</a:t>
            </a:r>
          </a:p>
          <a:p>
            <a:pPr marL="69215" indent="-342900" algn="just">
              <a:lnSpc>
                <a:spcPct val="150000"/>
              </a:lnSpc>
              <a:spcBef>
                <a:spcPts val="600"/>
              </a:spcBef>
              <a:buClr>
                <a:schemeClr val="accent1"/>
              </a:buClr>
              <a:buSzPct val="78846"/>
              <a:buFont typeface="Wingdings" panose="05000000000000000000" pitchFamily="2" charset="2"/>
              <a:buChar char="q"/>
              <a:tabLst>
                <a:tab pos="295910" algn="l"/>
                <a:tab pos="296545" algn="l"/>
              </a:tabLst>
            </a:pPr>
            <a:r>
              <a:rPr lang="en-US" sz="2500" dirty="0">
                <a:latin typeface="Rockwell" panose="02060603020205020403" pitchFamily="18" charset="0"/>
                <a:cs typeface="Arial"/>
              </a:rPr>
              <a:t>Accurate and timely control</a:t>
            </a:r>
            <a:r>
              <a:rPr lang="en-US" sz="2500" spc="-55" dirty="0">
                <a:latin typeface="Rockwell" panose="02060603020205020403" pitchFamily="18" charset="0"/>
                <a:cs typeface="Arial"/>
              </a:rPr>
              <a:t> </a:t>
            </a:r>
            <a:r>
              <a:rPr lang="en-US" sz="2500" dirty="0">
                <a:latin typeface="Rockwell" panose="02060603020205020403" pitchFamily="18" charset="0"/>
                <a:cs typeface="Arial"/>
              </a:rPr>
              <a:t>program.</a:t>
            </a:r>
          </a:p>
          <a:p>
            <a:pPr marL="69215" marR="5715" indent="-342900" algn="just">
              <a:lnSpc>
                <a:spcPct val="150000"/>
              </a:lnSpc>
              <a:spcBef>
                <a:spcPts val="605"/>
              </a:spcBef>
              <a:buClr>
                <a:schemeClr val="accent1"/>
              </a:buClr>
              <a:buSzPct val="78846"/>
              <a:buFont typeface="Wingdings" panose="05000000000000000000" pitchFamily="2" charset="2"/>
              <a:buChar char="q"/>
              <a:tabLst>
                <a:tab pos="295910" algn="l"/>
                <a:tab pos="296545" algn="l"/>
                <a:tab pos="928369" algn="l"/>
                <a:tab pos="2018030" algn="l"/>
                <a:tab pos="2465070" algn="l"/>
                <a:tab pos="3448050" algn="l"/>
                <a:tab pos="4117340" algn="l"/>
                <a:tab pos="4932680" algn="l"/>
                <a:tab pos="6814820" algn="l"/>
              </a:tabLst>
            </a:pPr>
            <a:r>
              <a:rPr lang="en-US" sz="2500" spc="-285" dirty="0">
                <a:latin typeface="Rockwell" panose="02060603020205020403" pitchFamily="18" charset="0"/>
                <a:cs typeface="Arial"/>
              </a:rPr>
              <a:t>T</a:t>
            </a:r>
            <a:r>
              <a:rPr lang="en-US" sz="2500" dirty="0">
                <a:latin typeface="Rockwell" panose="02060603020205020403" pitchFamily="18" charset="0"/>
                <a:cs typeface="Arial"/>
              </a:rPr>
              <a:t>o	</a:t>
            </a:r>
            <a:r>
              <a:rPr lang="en-US" sz="2500" spc="5" dirty="0">
                <a:latin typeface="Rockwell" panose="02060603020205020403" pitchFamily="18" charset="0"/>
                <a:cs typeface="Arial"/>
              </a:rPr>
              <a:t>m</a:t>
            </a:r>
            <a:r>
              <a:rPr lang="en-US" sz="2500" spc="-10" dirty="0">
                <a:latin typeface="Rockwell" panose="02060603020205020403" pitchFamily="18" charset="0"/>
                <a:cs typeface="Arial"/>
              </a:rPr>
              <a:t>a</a:t>
            </a:r>
            <a:r>
              <a:rPr lang="en-US" sz="2500" dirty="0">
                <a:latin typeface="Rockwell" panose="02060603020205020403" pitchFamily="18" charset="0"/>
                <a:cs typeface="Arial"/>
              </a:rPr>
              <a:t>ke	</a:t>
            </a:r>
            <a:r>
              <a:rPr lang="en-US" sz="2500" spc="-5" dirty="0">
                <a:latin typeface="Rockwell" panose="02060603020205020403" pitchFamily="18" charset="0"/>
                <a:cs typeface="Arial"/>
              </a:rPr>
              <a:t>i</a:t>
            </a:r>
            <a:r>
              <a:rPr lang="en-US" sz="2500" dirty="0">
                <a:latin typeface="Rockwell" panose="02060603020205020403" pitchFamily="18" charset="0"/>
                <a:cs typeface="Arial"/>
              </a:rPr>
              <a:t>t	ea</a:t>
            </a:r>
            <a:r>
              <a:rPr lang="en-US" sz="2500" spc="5" dirty="0">
                <a:latin typeface="Rockwell" panose="02060603020205020403" pitchFamily="18" charset="0"/>
                <a:cs typeface="Arial"/>
              </a:rPr>
              <a:t>s</a:t>
            </a:r>
            <a:r>
              <a:rPr lang="en-US" sz="2500" dirty="0">
                <a:latin typeface="Rockwell" panose="02060603020205020403" pitchFamily="18" charset="0"/>
                <a:cs typeface="Arial"/>
              </a:rPr>
              <a:t>y	for	fast	proc</a:t>
            </a:r>
            <a:r>
              <a:rPr lang="en-US" sz="2500" spc="5" dirty="0">
                <a:latin typeface="Rockwell" panose="02060603020205020403" pitchFamily="18" charset="0"/>
                <a:cs typeface="Arial"/>
              </a:rPr>
              <a:t>e</a:t>
            </a:r>
            <a:r>
              <a:rPr lang="en-US" sz="2500" dirty="0">
                <a:latin typeface="Rockwell" panose="02060603020205020403" pitchFamily="18" charset="0"/>
                <a:cs typeface="Arial"/>
              </a:rPr>
              <a:t>ss</a:t>
            </a:r>
            <a:r>
              <a:rPr lang="en-US" sz="2500" spc="-20" dirty="0">
                <a:latin typeface="Rockwell" panose="02060603020205020403" pitchFamily="18" charset="0"/>
                <a:cs typeface="Arial"/>
              </a:rPr>
              <a:t>i</a:t>
            </a:r>
            <a:r>
              <a:rPr lang="en-US" sz="2500" dirty="0">
                <a:latin typeface="Rockwell" panose="02060603020205020403" pitchFamily="18" charset="0"/>
                <a:cs typeface="Arial"/>
              </a:rPr>
              <a:t>ng	and  modification.</a:t>
            </a:r>
          </a:p>
          <a:p>
            <a:pPr marL="69215" indent="-342900" algn="just">
              <a:lnSpc>
                <a:spcPct val="150000"/>
              </a:lnSpc>
              <a:spcBef>
                <a:spcPts val="595"/>
              </a:spcBef>
              <a:buClr>
                <a:schemeClr val="accent1"/>
              </a:buClr>
              <a:buSzPct val="78846"/>
              <a:buFont typeface="Wingdings" panose="05000000000000000000" pitchFamily="2" charset="2"/>
              <a:buChar char="q"/>
              <a:tabLst>
                <a:tab pos="295910" algn="l"/>
                <a:tab pos="296545" algn="l"/>
              </a:tabLst>
            </a:pPr>
            <a:r>
              <a:rPr lang="en-US" sz="2500" dirty="0">
                <a:latin typeface="Rockwell" panose="02060603020205020403" pitchFamily="18" charset="0"/>
                <a:cs typeface="Arial"/>
              </a:rPr>
              <a:t>List of accounts of all customers </a:t>
            </a:r>
            <a:r>
              <a:rPr lang="en-US" sz="2500" spc="-5" dirty="0">
                <a:latin typeface="Rockwell" panose="02060603020205020403" pitchFamily="18" charset="0"/>
                <a:cs typeface="Arial"/>
              </a:rPr>
              <a:t>is</a:t>
            </a:r>
            <a:r>
              <a:rPr lang="en-US" sz="2500" spc="-55" dirty="0">
                <a:latin typeface="Rockwell" panose="02060603020205020403" pitchFamily="18" charset="0"/>
                <a:cs typeface="Arial"/>
              </a:rPr>
              <a:t> </a:t>
            </a:r>
            <a:r>
              <a:rPr lang="en-US" sz="2500" dirty="0">
                <a:latin typeface="Rockwell" panose="02060603020205020403" pitchFamily="18" charset="0"/>
                <a:cs typeface="Arial"/>
              </a:rPr>
              <a:t>available.</a:t>
            </a:r>
          </a:p>
          <a:p>
            <a:pPr marL="69215" indent="-342900" algn="just">
              <a:lnSpc>
                <a:spcPct val="150000"/>
              </a:lnSpc>
              <a:spcBef>
                <a:spcPts val="600"/>
              </a:spcBef>
              <a:buClr>
                <a:schemeClr val="accent1"/>
              </a:buClr>
              <a:buSzPct val="78846"/>
              <a:buFont typeface="Wingdings" panose="05000000000000000000" pitchFamily="2" charset="2"/>
              <a:buChar char="q"/>
              <a:tabLst>
                <a:tab pos="295910" algn="l"/>
                <a:tab pos="296545" algn="l"/>
              </a:tabLst>
            </a:pPr>
            <a:r>
              <a:rPr lang="en-US" sz="2500" dirty="0">
                <a:latin typeface="Rockwell" panose="02060603020205020403" pitchFamily="18" charset="0"/>
                <a:cs typeface="Arial"/>
              </a:rPr>
              <a:t>Easy retrieval of</a:t>
            </a:r>
            <a:r>
              <a:rPr lang="en-US" sz="2500" spc="-30" dirty="0">
                <a:latin typeface="Rockwell" panose="02060603020205020403" pitchFamily="18" charset="0"/>
                <a:cs typeface="Arial"/>
              </a:rPr>
              <a:t> </a:t>
            </a:r>
            <a:r>
              <a:rPr lang="en-US" sz="2500" dirty="0">
                <a:latin typeface="Rockwell" panose="02060603020205020403" pitchFamily="18" charset="0"/>
                <a:cs typeface="Arial"/>
              </a:rPr>
              <a:t>accounts.</a:t>
            </a:r>
          </a:p>
          <a:p>
            <a:pPr marL="69215" indent="-342900" algn="just">
              <a:lnSpc>
                <a:spcPct val="150000"/>
              </a:lnSpc>
              <a:spcBef>
                <a:spcPts val="605"/>
              </a:spcBef>
              <a:buClr>
                <a:schemeClr val="accent1"/>
              </a:buClr>
              <a:buSzPct val="78846"/>
              <a:buFont typeface="Wingdings" panose="05000000000000000000" pitchFamily="2" charset="2"/>
              <a:buChar char="q"/>
              <a:tabLst>
                <a:tab pos="295910" algn="l"/>
                <a:tab pos="296545" algn="l"/>
              </a:tabLst>
            </a:pPr>
            <a:r>
              <a:rPr lang="en-US" sz="2500" spc="-145" dirty="0">
                <a:latin typeface="Rockwell" panose="02060603020205020403" pitchFamily="18" charset="0"/>
                <a:cs typeface="Arial"/>
              </a:rPr>
              <a:t>To </a:t>
            </a:r>
            <a:r>
              <a:rPr lang="en-US" sz="2500" dirty="0">
                <a:latin typeface="Rockwell" panose="02060603020205020403" pitchFamily="18" charset="0"/>
                <a:cs typeface="Arial"/>
              </a:rPr>
              <a:t>make the Railway system </a:t>
            </a:r>
            <a:r>
              <a:rPr lang="en-US" sz="2500" spc="-5" dirty="0">
                <a:latin typeface="Rockwell" panose="02060603020205020403" pitchFamily="18" charset="0"/>
                <a:cs typeface="Arial"/>
              </a:rPr>
              <a:t>is</a:t>
            </a:r>
            <a:r>
              <a:rPr lang="en-US" sz="2500" spc="80" dirty="0">
                <a:latin typeface="Rockwell" panose="02060603020205020403" pitchFamily="18" charset="0"/>
                <a:cs typeface="Arial"/>
              </a:rPr>
              <a:t> </a:t>
            </a:r>
            <a:r>
              <a:rPr lang="en-US" sz="2500" dirty="0">
                <a:latin typeface="Rockwell" panose="02060603020205020403" pitchFamily="18" charset="0"/>
                <a:cs typeface="Arial"/>
              </a:rPr>
              <a:t>interactive.</a:t>
            </a:r>
          </a:p>
          <a:p>
            <a:pPr marL="69215" indent="-342900" algn="just">
              <a:lnSpc>
                <a:spcPct val="150000"/>
              </a:lnSpc>
              <a:spcBef>
                <a:spcPts val="600"/>
              </a:spcBef>
              <a:buClr>
                <a:schemeClr val="accent1"/>
              </a:buClr>
              <a:buSzPct val="78846"/>
              <a:buFont typeface="Wingdings" panose="05000000000000000000" pitchFamily="2" charset="2"/>
              <a:buChar char="q"/>
              <a:tabLst>
                <a:tab pos="295910" algn="l"/>
                <a:tab pos="296545" algn="l"/>
              </a:tabLst>
            </a:pPr>
            <a:r>
              <a:rPr lang="en-US" sz="2500" dirty="0">
                <a:latin typeface="Rockwell" panose="02060603020205020403" pitchFamily="18" charset="0"/>
                <a:cs typeface="Arial"/>
              </a:rPr>
              <a:t>Quick feed</a:t>
            </a:r>
            <a:r>
              <a:rPr lang="en-US" sz="2500" spc="-20" dirty="0">
                <a:latin typeface="Rockwell" panose="02060603020205020403" pitchFamily="18" charset="0"/>
                <a:cs typeface="Arial"/>
              </a:rPr>
              <a:t> </a:t>
            </a:r>
            <a:r>
              <a:rPr lang="en-US" sz="2500" spc="5" dirty="0">
                <a:latin typeface="Rockwell" panose="02060603020205020403" pitchFamily="18" charset="0"/>
                <a:cs typeface="Arial"/>
              </a:rPr>
              <a:t>back.</a:t>
            </a:r>
            <a:endParaRPr lang="en-US" sz="2500" dirty="0">
              <a:latin typeface="Rockwell" panose="02060603020205020403" pitchFamily="18" charset="0"/>
              <a:cs typeface="Arial"/>
            </a:endParaRPr>
          </a:p>
          <a:p>
            <a:endParaRPr lang="en-IN" sz="2500" dirty="0"/>
          </a:p>
        </p:txBody>
      </p:sp>
    </p:spTree>
    <p:extLst>
      <p:ext uri="{BB962C8B-B14F-4D97-AF65-F5344CB8AC3E}">
        <p14:creationId xmlns:p14="http://schemas.microsoft.com/office/powerpoint/2010/main" val="188933609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0A7A99-C0DC-5968-2CCE-75543E8C1C85}"/>
              </a:ext>
            </a:extLst>
          </p:cNvPr>
          <p:cNvSpPr>
            <a:spLocks noGrp="1"/>
          </p:cNvSpPr>
          <p:nvPr>
            <p:ph type="title"/>
          </p:nvPr>
        </p:nvSpPr>
        <p:spPr>
          <a:xfrm>
            <a:off x="2556387" y="206477"/>
            <a:ext cx="7747819" cy="1042221"/>
          </a:xfrm>
        </p:spPr>
        <p:txBody>
          <a:bodyPr/>
          <a:lstStyle/>
          <a:p>
            <a:r>
              <a:rPr lang="en-IN" sz="4000" b="1" spc="-5" dirty="0">
                <a:latin typeface="Castellar" panose="020A0402060406010301" pitchFamily="18" charset="0"/>
                <a:cs typeface="Times New Roman"/>
              </a:rPr>
              <a:t>Feat</a:t>
            </a:r>
            <a:r>
              <a:rPr lang="en-IN" sz="4000" b="1" dirty="0">
                <a:latin typeface="Castellar" panose="020A0402060406010301" pitchFamily="18" charset="0"/>
                <a:cs typeface="Times New Roman"/>
              </a:rPr>
              <a:t>u</a:t>
            </a:r>
            <a:r>
              <a:rPr lang="en-IN" sz="4000" b="1" spc="-5" dirty="0">
                <a:latin typeface="Castellar" panose="020A0402060406010301" pitchFamily="18" charset="0"/>
                <a:cs typeface="Times New Roman"/>
              </a:rPr>
              <a:t>re</a:t>
            </a:r>
            <a:r>
              <a:rPr lang="en-IN" sz="4000" b="1" spc="10" dirty="0">
                <a:latin typeface="Castellar" panose="020A0402060406010301" pitchFamily="18" charset="0"/>
                <a:cs typeface="Times New Roman"/>
              </a:rPr>
              <a:t>s</a:t>
            </a:r>
            <a:endParaRPr lang="en-IN" b="1" dirty="0">
              <a:latin typeface="Castellar" panose="020A0402060406010301" pitchFamily="18" charset="0"/>
            </a:endParaRPr>
          </a:p>
        </p:txBody>
      </p:sp>
      <p:sp>
        <p:nvSpPr>
          <p:cNvPr id="3" name="Content Placeholder 2">
            <a:extLst>
              <a:ext uri="{FF2B5EF4-FFF2-40B4-BE49-F238E27FC236}">
                <a16:creationId xmlns:a16="http://schemas.microsoft.com/office/drawing/2014/main" id="{8CD738D3-C692-BA21-E25B-E70F47553122}"/>
              </a:ext>
            </a:extLst>
          </p:cNvPr>
          <p:cNvSpPr>
            <a:spLocks noGrp="1"/>
          </p:cNvSpPr>
          <p:nvPr>
            <p:ph idx="1"/>
          </p:nvPr>
        </p:nvSpPr>
        <p:spPr>
          <a:xfrm>
            <a:off x="1966452" y="1465006"/>
            <a:ext cx="9871587" cy="4395020"/>
          </a:xfrm>
        </p:spPr>
        <p:txBody>
          <a:bodyPr/>
          <a:lstStyle/>
          <a:p>
            <a:pPr marL="184150" indent="-457200" algn="just">
              <a:lnSpc>
                <a:spcPct val="150000"/>
              </a:lnSpc>
              <a:spcBef>
                <a:spcPts val="700"/>
              </a:spcBef>
              <a:buClr>
                <a:schemeClr val="accent1"/>
              </a:buClr>
              <a:buSzPct val="79166"/>
              <a:buFont typeface="Wingdings" panose="05000000000000000000" pitchFamily="2" charset="2"/>
              <a:buChar char="q"/>
              <a:tabLst>
                <a:tab pos="469265" algn="l"/>
                <a:tab pos="469900" algn="l"/>
              </a:tabLst>
            </a:pPr>
            <a:r>
              <a:rPr lang="en-US" sz="2800" spc="-5" dirty="0">
                <a:latin typeface="Rockwell" panose="02060603020205020403" pitchFamily="18" charset="0"/>
                <a:cs typeface="Arial"/>
              </a:rPr>
              <a:t>Searching of data is</a:t>
            </a:r>
            <a:r>
              <a:rPr lang="en-US" sz="2800" spc="20" dirty="0">
                <a:latin typeface="Rockwell" panose="02060603020205020403" pitchFamily="18" charset="0"/>
                <a:cs typeface="Arial"/>
              </a:rPr>
              <a:t> </a:t>
            </a:r>
            <a:r>
              <a:rPr lang="en-US" sz="2800" spc="-5" dirty="0">
                <a:latin typeface="Rockwell" panose="02060603020205020403" pitchFamily="18" charset="0"/>
                <a:cs typeface="Arial"/>
              </a:rPr>
              <a:t>easy</a:t>
            </a:r>
            <a:endParaRPr lang="en-US" sz="2800" dirty="0">
              <a:latin typeface="Rockwell" panose="02060603020205020403" pitchFamily="18" charset="0"/>
              <a:cs typeface="Arial"/>
            </a:endParaRPr>
          </a:p>
          <a:p>
            <a:pPr marL="184150" indent="-457200" algn="just">
              <a:lnSpc>
                <a:spcPct val="150000"/>
              </a:lnSpc>
              <a:spcBef>
                <a:spcPts val="600"/>
              </a:spcBef>
              <a:buClr>
                <a:schemeClr val="accent1"/>
              </a:buClr>
              <a:buSzPct val="79166"/>
              <a:buFont typeface="Wingdings" panose="05000000000000000000" pitchFamily="2" charset="2"/>
              <a:buChar char="q"/>
              <a:tabLst>
                <a:tab pos="469265" algn="l"/>
                <a:tab pos="469900" algn="l"/>
              </a:tabLst>
            </a:pPr>
            <a:r>
              <a:rPr lang="en-US" sz="2800" spc="-5" dirty="0">
                <a:latin typeface="Rockwell" panose="02060603020205020403" pitchFamily="18" charset="0"/>
                <a:cs typeface="Arial"/>
              </a:rPr>
              <a:t>Passengers don’t have </a:t>
            </a:r>
            <a:r>
              <a:rPr lang="en-US" sz="2800" dirty="0">
                <a:latin typeface="Rockwell" panose="02060603020205020403" pitchFamily="18" charset="0"/>
                <a:cs typeface="Arial"/>
              </a:rPr>
              <a:t>to </a:t>
            </a:r>
            <a:r>
              <a:rPr lang="en-US" sz="2800" spc="-5" dirty="0">
                <a:latin typeface="Rockwell" panose="02060603020205020403" pitchFamily="18" charset="0"/>
                <a:cs typeface="Arial"/>
              </a:rPr>
              <a:t>wait </a:t>
            </a:r>
            <a:r>
              <a:rPr lang="en-US" sz="2800" dirty="0">
                <a:latin typeface="Rockwell" panose="02060603020205020403" pitchFamily="18" charset="0"/>
                <a:cs typeface="Arial"/>
              </a:rPr>
              <a:t>for </a:t>
            </a:r>
            <a:r>
              <a:rPr lang="en-US" sz="2800" spc="-5" dirty="0">
                <a:latin typeface="Rockwell" panose="02060603020205020403" pitchFamily="18" charset="0"/>
                <a:cs typeface="Arial"/>
              </a:rPr>
              <a:t>a long</a:t>
            </a:r>
            <a:r>
              <a:rPr lang="en-US" sz="2800" spc="40" dirty="0">
                <a:latin typeface="Rockwell" panose="02060603020205020403" pitchFamily="18" charset="0"/>
                <a:cs typeface="Arial"/>
              </a:rPr>
              <a:t> </a:t>
            </a:r>
            <a:r>
              <a:rPr lang="en-US" sz="2800" dirty="0">
                <a:latin typeface="Rockwell" panose="02060603020205020403" pitchFamily="18" charset="0"/>
                <a:cs typeface="Arial"/>
              </a:rPr>
              <a:t>time.</a:t>
            </a:r>
          </a:p>
          <a:p>
            <a:pPr marL="184150" indent="-457200" algn="just">
              <a:lnSpc>
                <a:spcPct val="150000"/>
              </a:lnSpc>
              <a:spcBef>
                <a:spcPts val="600"/>
              </a:spcBef>
              <a:buClr>
                <a:schemeClr val="accent1"/>
              </a:buClr>
              <a:buSzPct val="79166"/>
              <a:buFont typeface="Wingdings" panose="05000000000000000000" pitchFamily="2" charset="2"/>
              <a:buChar char="q"/>
              <a:tabLst>
                <a:tab pos="469265" algn="l"/>
                <a:tab pos="469900" algn="l"/>
              </a:tabLst>
            </a:pPr>
            <a:r>
              <a:rPr lang="en-US" sz="2800" spc="-5" dirty="0">
                <a:latin typeface="Rockwell" panose="02060603020205020403" pitchFamily="18" charset="0"/>
                <a:cs typeface="Arial"/>
              </a:rPr>
              <a:t>Information is</a:t>
            </a:r>
            <a:r>
              <a:rPr lang="en-US" sz="2800" spc="-15" dirty="0">
                <a:latin typeface="Rockwell" panose="02060603020205020403" pitchFamily="18" charset="0"/>
                <a:cs typeface="Arial"/>
              </a:rPr>
              <a:t> </a:t>
            </a:r>
            <a:r>
              <a:rPr lang="en-US" sz="2800" spc="-5" dirty="0">
                <a:latin typeface="Rockwell" panose="02060603020205020403" pitchFamily="18" charset="0"/>
                <a:cs typeface="Arial"/>
              </a:rPr>
              <a:t>accurate</a:t>
            </a:r>
            <a:endParaRPr lang="en-US" sz="2800" dirty="0">
              <a:latin typeface="Rockwell" panose="02060603020205020403" pitchFamily="18" charset="0"/>
              <a:cs typeface="Arial"/>
            </a:endParaRPr>
          </a:p>
          <a:p>
            <a:pPr marL="184150" indent="-457200" algn="just">
              <a:lnSpc>
                <a:spcPct val="150000"/>
              </a:lnSpc>
              <a:spcBef>
                <a:spcPts val="600"/>
              </a:spcBef>
              <a:buClr>
                <a:schemeClr val="accent1"/>
              </a:buClr>
              <a:buSzPct val="79166"/>
              <a:buFont typeface="Wingdings" panose="05000000000000000000" pitchFamily="2" charset="2"/>
              <a:buChar char="q"/>
              <a:tabLst>
                <a:tab pos="469265" algn="l"/>
                <a:tab pos="469900" algn="l"/>
              </a:tabLst>
            </a:pPr>
            <a:r>
              <a:rPr lang="en-US" sz="2800" dirty="0">
                <a:latin typeface="Rockwell" panose="02060603020205020403" pitchFamily="18" charset="0"/>
                <a:cs typeface="Arial"/>
              </a:rPr>
              <a:t>It </a:t>
            </a:r>
            <a:r>
              <a:rPr lang="en-US" sz="2800" spc="-5" dirty="0">
                <a:latin typeface="Rockwell" panose="02060603020205020403" pitchFamily="18" charset="0"/>
                <a:cs typeface="Arial"/>
              </a:rPr>
              <a:t>is a </a:t>
            </a:r>
            <a:r>
              <a:rPr lang="en-US" sz="2800" dirty="0">
                <a:latin typeface="Rockwell" panose="02060603020205020403" pitchFamily="18" charset="0"/>
                <a:cs typeface="Arial"/>
              </a:rPr>
              <a:t>fast</a:t>
            </a:r>
            <a:r>
              <a:rPr lang="en-US" sz="2800" spc="-40" dirty="0">
                <a:latin typeface="Rockwell" panose="02060603020205020403" pitchFamily="18" charset="0"/>
                <a:cs typeface="Arial"/>
              </a:rPr>
              <a:t> </a:t>
            </a:r>
            <a:r>
              <a:rPr lang="en-US" sz="2800" spc="-5" dirty="0">
                <a:latin typeface="Rockwell" panose="02060603020205020403" pitchFamily="18" charset="0"/>
                <a:cs typeface="Arial"/>
              </a:rPr>
              <a:t>process</a:t>
            </a:r>
            <a:endParaRPr lang="en-US" sz="2800" dirty="0">
              <a:latin typeface="Rockwell" panose="02060603020205020403" pitchFamily="18" charset="0"/>
              <a:cs typeface="Arial"/>
            </a:endParaRPr>
          </a:p>
          <a:p>
            <a:pPr marL="184150" indent="-457200" algn="just">
              <a:lnSpc>
                <a:spcPct val="150000"/>
              </a:lnSpc>
              <a:spcBef>
                <a:spcPts val="605"/>
              </a:spcBef>
              <a:buClr>
                <a:schemeClr val="accent1"/>
              </a:buClr>
              <a:buSzPct val="79166"/>
              <a:buFont typeface="Wingdings" panose="05000000000000000000" pitchFamily="2" charset="2"/>
              <a:buChar char="q"/>
              <a:tabLst>
                <a:tab pos="469265" algn="l"/>
                <a:tab pos="469900" algn="l"/>
              </a:tabLst>
            </a:pPr>
            <a:r>
              <a:rPr lang="en-US" sz="2800" spc="-5" dirty="0">
                <a:latin typeface="Rockwell" panose="02060603020205020403" pitchFamily="18" charset="0"/>
                <a:cs typeface="Arial"/>
              </a:rPr>
              <a:t>Data </a:t>
            </a:r>
            <a:r>
              <a:rPr lang="en-US" sz="2800" spc="-10" dirty="0">
                <a:latin typeface="Rockwell" panose="02060603020205020403" pitchFamily="18" charset="0"/>
                <a:cs typeface="Arial"/>
              </a:rPr>
              <a:t>efficiency </a:t>
            </a:r>
            <a:r>
              <a:rPr lang="en-US" sz="2800" spc="-5" dirty="0">
                <a:latin typeface="Rockwell" panose="02060603020205020403" pitchFamily="18" charset="0"/>
                <a:cs typeface="Arial"/>
              </a:rPr>
              <a:t>is</a:t>
            </a:r>
            <a:r>
              <a:rPr lang="en-US" sz="2800" spc="15" dirty="0">
                <a:latin typeface="Rockwell" panose="02060603020205020403" pitchFamily="18" charset="0"/>
                <a:cs typeface="Arial"/>
              </a:rPr>
              <a:t> </a:t>
            </a:r>
            <a:r>
              <a:rPr lang="en-US" sz="2800" dirty="0">
                <a:latin typeface="Rockwell" panose="02060603020205020403" pitchFamily="18" charset="0"/>
                <a:cs typeface="Arial"/>
              </a:rPr>
              <a:t>more</a:t>
            </a:r>
          </a:p>
          <a:p>
            <a:pPr>
              <a:buFont typeface="Wingdings" panose="05000000000000000000" pitchFamily="2" charset="2"/>
              <a:buChar char="q"/>
            </a:pPr>
            <a:endParaRPr lang="en-IN" dirty="0"/>
          </a:p>
        </p:txBody>
      </p:sp>
    </p:spTree>
    <p:extLst>
      <p:ext uri="{BB962C8B-B14F-4D97-AF65-F5344CB8AC3E}">
        <p14:creationId xmlns:p14="http://schemas.microsoft.com/office/powerpoint/2010/main" val="381125663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AWT Introduction - Sitesbay">
            <a:extLst>
              <a:ext uri="{FF2B5EF4-FFF2-40B4-BE49-F238E27FC236}">
                <a16:creationId xmlns:a16="http://schemas.microsoft.com/office/drawing/2014/main" id="{2B16C82D-EAD4-2A4D-93CB-597553DC5B8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503173" y="730045"/>
            <a:ext cx="4385187" cy="4389496"/>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2165596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448F78-7023-A9CD-A291-A48B464EFF58}"/>
              </a:ext>
            </a:extLst>
          </p:cNvPr>
          <p:cNvSpPr>
            <a:spLocks noGrp="1"/>
          </p:cNvSpPr>
          <p:nvPr>
            <p:ph type="title"/>
          </p:nvPr>
        </p:nvSpPr>
        <p:spPr>
          <a:xfrm>
            <a:off x="1150374" y="196647"/>
            <a:ext cx="10352649" cy="806244"/>
          </a:xfrm>
        </p:spPr>
        <p:txBody>
          <a:bodyPr/>
          <a:lstStyle/>
          <a:p>
            <a:r>
              <a:rPr lang="en-IN" b="1" dirty="0">
                <a:latin typeface="Castellar" panose="020A0402060406010301" pitchFamily="18" charset="0"/>
              </a:rPr>
              <a:t>Java awt</a:t>
            </a:r>
          </a:p>
        </p:txBody>
      </p:sp>
      <p:sp>
        <p:nvSpPr>
          <p:cNvPr id="3" name="Content Placeholder 2">
            <a:extLst>
              <a:ext uri="{FF2B5EF4-FFF2-40B4-BE49-F238E27FC236}">
                <a16:creationId xmlns:a16="http://schemas.microsoft.com/office/drawing/2014/main" id="{73D44CFD-01C3-0F8D-781B-EFC5710F8B7F}"/>
              </a:ext>
            </a:extLst>
          </p:cNvPr>
          <p:cNvSpPr>
            <a:spLocks noGrp="1"/>
          </p:cNvSpPr>
          <p:nvPr>
            <p:ph idx="1"/>
          </p:nvPr>
        </p:nvSpPr>
        <p:spPr>
          <a:xfrm>
            <a:off x="1494502" y="1199535"/>
            <a:ext cx="10550013" cy="5181600"/>
          </a:xfrm>
        </p:spPr>
        <p:txBody>
          <a:bodyPr/>
          <a:lstStyle/>
          <a:p>
            <a:pPr algn="just">
              <a:lnSpc>
                <a:spcPct val="150000"/>
              </a:lnSpc>
              <a:buFont typeface="Wingdings" panose="05000000000000000000" pitchFamily="2" charset="2"/>
              <a:buChar char="q"/>
            </a:pPr>
            <a:r>
              <a:rPr lang="en-IN" b="1" dirty="0">
                <a:latin typeface="Rockwell" panose="02060603020205020403" pitchFamily="18" charset="0"/>
                <a:cs typeface="Times New Roman" panose="02020603050405020304" pitchFamily="18" charset="0"/>
              </a:rPr>
              <a:t>Java AWT (Abstract Window Toolkit) </a:t>
            </a:r>
            <a:r>
              <a:rPr lang="en-IN" dirty="0">
                <a:latin typeface="Rockwell" panose="02060603020205020403" pitchFamily="18" charset="0"/>
                <a:cs typeface="Times New Roman" panose="02020603050405020304" pitchFamily="18" charset="0"/>
              </a:rPr>
              <a:t>is an API to develop GUI or Window based applications in java.</a:t>
            </a:r>
          </a:p>
          <a:p>
            <a:pPr algn="just">
              <a:lnSpc>
                <a:spcPct val="150000"/>
              </a:lnSpc>
              <a:buFont typeface="Wingdings" panose="05000000000000000000" pitchFamily="2" charset="2"/>
              <a:buChar char="q"/>
            </a:pPr>
            <a:r>
              <a:rPr lang="en-IN" dirty="0">
                <a:latin typeface="Rockwell" panose="02060603020205020403" pitchFamily="18" charset="0"/>
                <a:cs typeface="Times New Roman" panose="02020603050405020304" pitchFamily="18" charset="0"/>
              </a:rPr>
              <a:t>Java AWT components are platform-dependent i.e. components are displayed according to the view of operating system.</a:t>
            </a:r>
          </a:p>
          <a:p>
            <a:pPr algn="just">
              <a:lnSpc>
                <a:spcPct val="150000"/>
              </a:lnSpc>
              <a:buFont typeface="Wingdings" panose="05000000000000000000" pitchFamily="2" charset="2"/>
              <a:buChar char="q"/>
            </a:pPr>
            <a:r>
              <a:rPr lang="en-IN" dirty="0">
                <a:latin typeface="Rockwell" panose="02060603020205020403" pitchFamily="18" charset="0"/>
                <a:cs typeface="Times New Roman" panose="02020603050405020304" pitchFamily="18" charset="0"/>
              </a:rPr>
              <a:t>The</a:t>
            </a:r>
            <a:r>
              <a:rPr lang="en-IN" b="1" dirty="0">
                <a:latin typeface="Rockwell" panose="02060603020205020403" pitchFamily="18" charset="0"/>
                <a:cs typeface="Times New Roman" panose="02020603050405020304" pitchFamily="18" charset="0"/>
              </a:rPr>
              <a:t> java.awt.package </a:t>
            </a:r>
            <a:r>
              <a:rPr lang="en-IN" dirty="0">
                <a:latin typeface="Rockwell" panose="02060603020205020403" pitchFamily="18" charset="0"/>
                <a:cs typeface="Times New Roman" panose="02020603050405020304" pitchFamily="18" charset="0"/>
              </a:rPr>
              <a:t>provides classes for AWT API such as Text Field, Label, Text Area, Radio Button, Check Box, Choice, List etc.</a:t>
            </a:r>
          </a:p>
          <a:p>
            <a:pPr algn="just">
              <a:lnSpc>
                <a:spcPct val="150000"/>
              </a:lnSpc>
              <a:buFont typeface="Wingdings" panose="05000000000000000000" pitchFamily="2" charset="2"/>
              <a:buChar char="q"/>
            </a:pPr>
            <a:r>
              <a:rPr lang="en-IN" dirty="0">
                <a:latin typeface="Rockwell" panose="02060603020205020403" pitchFamily="18" charset="0"/>
                <a:cs typeface="Times New Roman" panose="02020603050405020304" pitchFamily="18" charset="0"/>
              </a:rPr>
              <a:t>The AWT was designed to provide a common set of tools for graphical user interface design that work on a variety of platforms.</a:t>
            </a:r>
          </a:p>
          <a:p>
            <a:pPr marL="0" indent="0">
              <a:buNone/>
            </a:pPr>
            <a:endParaRPr lang="en-IN" dirty="0">
              <a:latin typeface="Sitka Display Semibold" pitchFamily="2" charset="0"/>
            </a:endParaRPr>
          </a:p>
        </p:txBody>
      </p:sp>
    </p:spTree>
    <p:extLst>
      <p:ext uri="{BB962C8B-B14F-4D97-AF65-F5344CB8AC3E}">
        <p14:creationId xmlns:p14="http://schemas.microsoft.com/office/powerpoint/2010/main" val="30843224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646DD4-95E6-829D-A613-16CA6AAC8E84}"/>
              </a:ext>
            </a:extLst>
          </p:cNvPr>
          <p:cNvSpPr>
            <a:spLocks noGrp="1"/>
          </p:cNvSpPr>
          <p:nvPr>
            <p:ph type="title"/>
          </p:nvPr>
        </p:nvSpPr>
        <p:spPr>
          <a:xfrm>
            <a:off x="1484311" y="157316"/>
            <a:ext cx="10018713" cy="737420"/>
          </a:xfrm>
        </p:spPr>
        <p:txBody>
          <a:bodyPr/>
          <a:lstStyle/>
          <a:p>
            <a:r>
              <a:rPr lang="en-US" b="1" dirty="0">
                <a:latin typeface="Castellar" panose="020A0402060406010301" pitchFamily="18" charset="0"/>
              </a:rPr>
              <a:t>Event Handling</a:t>
            </a:r>
            <a:endParaRPr lang="en-IN" b="1" dirty="0">
              <a:latin typeface="Castellar" panose="020A0402060406010301" pitchFamily="18" charset="0"/>
            </a:endParaRPr>
          </a:p>
        </p:txBody>
      </p:sp>
      <p:sp>
        <p:nvSpPr>
          <p:cNvPr id="3" name="Content Placeholder 2">
            <a:extLst>
              <a:ext uri="{FF2B5EF4-FFF2-40B4-BE49-F238E27FC236}">
                <a16:creationId xmlns:a16="http://schemas.microsoft.com/office/drawing/2014/main" id="{C484EF5B-A72A-3788-7A6D-F88C5592308C}"/>
              </a:ext>
            </a:extLst>
          </p:cNvPr>
          <p:cNvSpPr>
            <a:spLocks noGrp="1"/>
          </p:cNvSpPr>
          <p:nvPr>
            <p:ph idx="1"/>
          </p:nvPr>
        </p:nvSpPr>
        <p:spPr>
          <a:xfrm>
            <a:off x="1484311" y="1111045"/>
            <a:ext cx="10511043" cy="5486400"/>
          </a:xfrm>
        </p:spPr>
        <p:txBody>
          <a:bodyPr>
            <a:normAutofit fontScale="55000" lnSpcReduction="20000"/>
          </a:bodyPr>
          <a:lstStyle/>
          <a:p>
            <a:pPr algn="just">
              <a:lnSpc>
                <a:spcPct val="150000"/>
              </a:lnSpc>
              <a:buFont typeface="Wingdings" panose="05000000000000000000" pitchFamily="2" charset="2"/>
              <a:buChar char="§"/>
            </a:pPr>
            <a:r>
              <a:rPr lang="en-US" sz="3600" dirty="0">
                <a:latin typeface="Rockwell" panose="02060603020205020403" pitchFamily="18" charset="0"/>
                <a:cs typeface="Times New Roman" panose="02020603050405020304" pitchFamily="18" charset="0"/>
              </a:rPr>
              <a:t>Event Handling is the mechanism that controls the event and decides what should happen if an event occurs.</a:t>
            </a:r>
          </a:p>
          <a:p>
            <a:pPr algn="just">
              <a:lnSpc>
                <a:spcPct val="150000"/>
              </a:lnSpc>
              <a:buFont typeface="Wingdings" panose="05000000000000000000" pitchFamily="2" charset="2"/>
              <a:buChar char="§"/>
            </a:pPr>
            <a:r>
              <a:rPr lang="en-US" sz="3600" dirty="0">
                <a:latin typeface="Rockwell" panose="02060603020205020403" pitchFamily="18" charset="0"/>
                <a:cs typeface="Times New Roman" panose="02020603050405020304" pitchFamily="18" charset="0"/>
              </a:rPr>
              <a:t>This mechanism have the code which is known as event handler that is executed when an event occurs.</a:t>
            </a:r>
          </a:p>
          <a:p>
            <a:pPr algn="just">
              <a:lnSpc>
                <a:spcPct val="150000"/>
              </a:lnSpc>
              <a:buFont typeface="Wingdings" panose="05000000000000000000" pitchFamily="2" charset="2"/>
              <a:buChar char="§"/>
            </a:pPr>
            <a:r>
              <a:rPr lang="en-US" sz="3600" dirty="0">
                <a:latin typeface="Rockwell" panose="02060603020205020403" pitchFamily="18" charset="0"/>
                <a:cs typeface="Times New Roman" panose="02020603050405020304" pitchFamily="18" charset="0"/>
              </a:rPr>
              <a:t>Java Uses the Delegation Event Model to handle the events. This model defines the standard mechanism to generate and handle the events. </a:t>
            </a:r>
          </a:p>
          <a:p>
            <a:pPr algn="just">
              <a:lnSpc>
                <a:spcPct val="150000"/>
              </a:lnSpc>
              <a:buFont typeface="Wingdings" panose="05000000000000000000" pitchFamily="2" charset="2"/>
              <a:buChar char="§"/>
            </a:pPr>
            <a:r>
              <a:rPr lang="en-US" sz="3600" dirty="0">
                <a:latin typeface="Rockwell" panose="02060603020205020403" pitchFamily="18" charset="0"/>
                <a:cs typeface="Times New Roman" panose="02020603050405020304" pitchFamily="18" charset="0"/>
              </a:rPr>
              <a:t>The Delegation Event Model has the following key participants namely: </a:t>
            </a:r>
          </a:p>
          <a:p>
            <a:pPr algn="just">
              <a:lnSpc>
                <a:spcPct val="150000"/>
              </a:lnSpc>
              <a:buFont typeface="Wingdings" panose="05000000000000000000" pitchFamily="2" charset="2"/>
              <a:buChar char="§"/>
            </a:pPr>
            <a:r>
              <a:rPr lang="en-US" sz="3600" dirty="0">
                <a:latin typeface="Rockwell" panose="02060603020205020403" pitchFamily="18" charset="0"/>
                <a:cs typeface="Times New Roman" panose="02020603050405020304" pitchFamily="18" charset="0"/>
              </a:rPr>
              <a:t>Source - The source is an object on which event occurs.   </a:t>
            </a:r>
          </a:p>
          <a:p>
            <a:pPr algn="just">
              <a:lnSpc>
                <a:spcPct val="150000"/>
              </a:lnSpc>
              <a:buFont typeface="Wingdings" panose="05000000000000000000" pitchFamily="2" charset="2"/>
              <a:buChar char="§"/>
            </a:pPr>
            <a:r>
              <a:rPr lang="en-US" sz="3600" dirty="0">
                <a:latin typeface="Rockwell" panose="02060603020205020403" pitchFamily="18" charset="0"/>
                <a:cs typeface="Times New Roman" panose="02020603050405020304" pitchFamily="18" charset="0"/>
              </a:rPr>
              <a:t>Source is responsible for providing information of the occurred event to it's handler</a:t>
            </a:r>
            <a:r>
              <a:rPr lang="en-US" sz="2800" dirty="0">
                <a:latin typeface="Rockwell" panose="02060603020205020403" pitchFamily="18" charset="0"/>
                <a:cs typeface="Times New Roman" panose="02020603050405020304" pitchFamily="18" charset="0"/>
              </a:rPr>
              <a:t>.</a:t>
            </a:r>
            <a:endParaRPr lang="en-IN" sz="2800" dirty="0">
              <a:latin typeface="Rockwell" panose="02060603020205020403" pitchFamily="18" charset="0"/>
              <a:cs typeface="Times New Roman" panose="02020603050405020304" pitchFamily="18" charset="0"/>
            </a:endParaRPr>
          </a:p>
          <a:p>
            <a:pPr marL="0" indent="0" algn="just">
              <a:lnSpc>
                <a:spcPct val="150000"/>
              </a:lnSpc>
              <a:buNone/>
            </a:pPr>
            <a:r>
              <a:rPr lang="en-US" sz="2800" dirty="0">
                <a:latin typeface="Rockwell" panose="02060603020205020403" pitchFamily="18" charset="0"/>
                <a:cs typeface="Times New Roman" panose="02020603050405020304" pitchFamily="18" charset="0"/>
              </a:rPr>
              <a:t>     </a:t>
            </a:r>
          </a:p>
          <a:p>
            <a:endParaRPr lang="en-IN" dirty="0"/>
          </a:p>
        </p:txBody>
      </p:sp>
    </p:spTree>
    <p:extLst>
      <p:ext uri="{BB962C8B-B14F-4D97-AF65-F5344CB8AC3E}">
        <p14:creationId xmlns:p14="http://schemas.microsoft.com/office/powerpoint/2010/main" val="105772573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A7AF371D-C7B6-77A2-935E-6C2A3596180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303639" y="963561"/>
            <a:ext cx="6165669" cy="4178709"/>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extLst>
      <p:ext uri="{BB962C8B-B14F-4D97-AF65-F5344CB8AC3E}">
        <p14:creationId xmlns:p14="http://schemas.microsoft.com/office/powerpoint/2010/main" val="295062713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11ED8D-AE20-3FB5-4391-8B3AE940CE1A}"/>
              </a:ext>
            </a:extLst>
          </p:cNvPr>
          <p:cNvSpPr>
            <a:spLocks noGrp="1"/>
          </p:cNvSpPr>
          <p:nvPr>
            <p:ph type="title"/>
          </p:nvPr>
        </p:nvSpPr>
        <p:spPr>
          <a:xfrm>
            <a:off x="1553497" y="255640"/>
            <a:ext cx="9949527" cy="1061883"/>
          </a:xfrm>
        </p:spPr>
        <p:txBody>
          <a:bodyPr/>
          <a:lstStyle/>
          <a:p>
            <a:r>
              <a:rPr lang="en-IN" b="1" dirty="0">
                <a:latin typeface="Castellar" panose="020A0402060406010301" pitchFamily="18" charset="0"/>
              </a:rPr>
              <a:t>What is java swing?</a:t>
            </a:r>
          </a:p>
        </p:txBody>
      </p:sp>
      <p:sp>
        <p:nvSpPr>
          <p:cNvPr id="3" name="Content Placeholder 2">
            <a:extLst>
              <a:ext uri="{FF2B5EF4-FFF2-40B4-BE49-F238E27FC236}">
                <a16:creationId xmlns:a16="http://schemas.microsoft.com/office/drawing/2014/main" id="{3CD5145C-7370-628D-A7CC-CF612B89BF2C}"/>
              </a:ext>
            </a:extLst>
          </p:cNvPr>
          <p:cNvSpPr>
            <a:spLocks noGrp="1"/>
          </p:cNvSpPr>
          <p:nvPr>
            <p:ph idx="1"/>
          </p:nvPr>
        </p:nvSpPr>
        <p:spPr>
          <a:xfrm>
            <a:off x="1454813" y="1317523"/>
            <a:ext cx="10432387" cy="4414683"/>
          </a:xfrm>
        </p:spPr>
        <p:txBody>
          <a:bodyPr/>
          <a:lstStyle/>
          <a:p>
            <a:pPr algn="just">
              <a:lnSpc>
                <a:spcPct val="150000"/>
              </a:lnSpc>
              <a:buFont typeface="Wingdings" panose="05000000000000000000" pitchFamily="2" charset="2"/>
              <a:buChar char="q"/>
            </a:pPr>
            <a:r>
              <a:rPr lang="en-IN" b="1" dirty="0">
                <a:latin typeface="Rockwell" panose="02060603020205020403" pitchFamily="18" charset="0"/>
                <a:cs typeface="Times New Roman" panose="02020603050405020304" pitchFamily="18" charset="0"/>
              </a:rPr>
              <a:t> Java Swing </a:t>
            </a:r>
            <a:r>
              <a:rPr lang="en-IN" dirty="0">
                <a:latin typeface="Rockwell" panose="02060603020205020403" pitchFamily="18" charset="0"/>
                <a:cs typeface="Times New Roman" panose="02020603050405020304" pitchFamily="18" charset="0"/>
              </a:rPr>
              <a:t>is a part of Java Foundation Classes (JFC) that is used to create Window-based applications. It is built on the top of AWT(Abstract Windowing Toolkit) API and entirely written in java.</a:t>
            </a:r>
          </a:p>
          <a:p>
            <a:pPr algn="just">
              <a:lnSpc>
                <a:spcPct val="150000"/>
              </a:lnSpc>
              <a:buFont typeface="Wingdings" panose="05000000000000000000" pitchFamily="2" charset="2"/>
              <a:buChar char="q"/>
            </a:pPr>
            <a:r>
              <a:rPr lang="en-IN" dirty="0">
                <a:latin typeface="Rockwell" panose="02060603020205020403" pitchFamily="18" charset="0"/>
                <a:cs typeface="Times New Roman" panose="02020603050405020304" pitchFamily="18" charset="0"/>
              </a:rPr>
              <a:t> The javax.swing package provides classes for java swing API such as JButton, JTextField, JTextArea, JRadioButton, JCheckBox, JMenu, JColorChooser etc.</a:t>
            </a:r>
          </a:p>
          <a:p>
            <a:pPr marL="0" indent="0">
              <a:buNone/>
            </a:pPr>
            <a:endParaRPr lang="en-IN" dirty="0"/>
          </a:p>
        </p:txBody>
      </p:sp>
    </p:spTree>
    <p:extLst>
      <p:ext uri="{BB962C8B-B14F-4D97-AF65-F5344CB8AC3E}">
        <p14:creationId xmlns:p14="http://schemas.microsoft.com/office/powerpoint/2010/main" val="222484714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B1B2D1-C36D-D1A4-2BFA-67C1397BE82C}"/>
              </a:ext>
            </a:extLst>
          </p:cNvPr>
          <p:cNvSpPr>
            <a:spLocks noGrp="1"/>
          </p:cNvSpPr>
          <p:nvPr>
            <p:ph type="title"/>
          </p:nvPr>
        </p:nvSpPr>
        <p:spPr>
          <a:xfrm>
            <a:off x="2546555" y="1199535"/>
            <a:ext cx="7944464" cy="3372465"/>
          </a:xfrm>
        </p:spPr>
        <p:txBody>
          <a:bodyPr>
            <a:normAutofit/>
          </a:bodyPr>
          <a:lstStyle/>
          <a:p>
            <a:pPr>
              <a:lnSpc>
                <a:spcPct val="150000"/>
              </a:lnSpc>
            </a:pPr>
            <a:r>
              <a:rPr lang="en-IN" sz="4800" b="1" dirty="0">
                <a:latin typeface="Castellar" panose="020A0402060406010301" pitchFamily="18" charset="0"/>
              </a:rPr>
              <a:t>GRAPHICAL USER</a:t>
            </a:r>
            <a:br>
              <a:rPr lang="en-IN" sz="4800" b="1" dirty="0">
                <a:latin typeface="Castellar" panose="020A0402060406010301" pitchFamily="18" charset="0"/>
              </a:rPr>
            </a:br>
            <a:r>
              <a:rPr lang="en-IN" sz="4800" b="1" dirty="0">
                <a:latin typeface="Castellar" panose="020A0402060406010301" pitchFamily="18" charset="0"/>
              </a:rPr>
              <a:t>INTERFACE</a:t>
            </a:r>
          </a:p>
        </p:txBody>
      </p:sp>
    </p:spTree>
    <p:extLst>
      <p:ext uri="{BB962C8B-B14F-4D97-AF65-F5344CB8AC3E}">
        <p14:creationId xmlns:p14="http://schemas.microsoft.com/office/powerpoint/2010/main" val="423669519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26971A-BACF-DABD-C758-6131CAC222C5}"/>
              </a:ext>
            </a:extLst>
          </p:cNvPr>
          <p:cNvSpPr>
            <a:spLocks noGrp="1"/>
          </p:cNvSpPr>
          <p:nvPr>
            <p:ph type="title"/>
          </p:nvPr>
        </p:nvSpPr>
        <p:spPr>
          <a:xfrm>
            <a:off x="1484311" y="432620"/>
            <a:ext cx="10018713" cy="1219199"/>
          </a:xfrm>
        </p:spPr>
        <p:txBody>
          <a:bodyPr>
            <a:normAutofit/>
          </a:bodyPr>
          <a:lstStyle/>
          <a:p>
            <a:r>
              <a:rPr lang="en-IN" sz="4000" b="1" spc="-5" dirty="0">
                <a:latin typeface="Castellar" panose="020A0402060406010301" pitchFamily="18" charset="0"/>
                <a:cs typeface="Times New Roman"/>
              </a:rPr>
              <a:t>Number of Modules in Project</a:t>
            </a:r>
            <a:endParaRPr lang="en-IN" b="1" dirty="0">
              <a:latin typeface="Castellar" panose="020A0402060406010301" pitchFamily="18" charset="0"/>
            </a:endParaRPr>
          </a:p>
        </p:txBody>
      </p:sp>
      <p:sp>
        <p:nvSpPr>
          <p:cNvPr id="3" name="Content Placeholder 2">
            <a:extLst>
              <a:ext uri="{FF2B5EF4-FFF2-40B4-BE49-F238E27FC236}">
                <a16:creationId xmlns:a16="http://schemas.microsoft.com/office/drawing/2014/main" id="{0B268AD0-CE16-5822-CD28-611D2D67FF4C}"/>
              </a:ext>
            </a:extLst>
          </p:cNvPr>
          <p:cNvSpPr>
            <a:spLocks noGrp="1"/>
          </p:cNvSpPr>
          <p:nvPr>
            <p:ph idx="1"/>
          </p:nvPr>
        </p:nvSpPr>
        <p:spPr>
          <a:xfrm>
            <a:off x="1750141" y="1769805"/>
            <a:ext cx="9752881" cy="4655575"/>
          </a:xfrm>
        </p:spPr>
        <p:txBody>
          <a:bodyPr/>
          <a:lstStyle/>
          <a:p>
            <a:pPr>
              <a:lnSpc>
                <a:spcPct val="150000"/>
              </a:lnSpc>
            </a:pPr>
            <a:r>
              <a:rPr lang="en-US" sz="2800" dirty="0">
                <a:latin typeface="Rockwell" panose="02060603020205020403" pitchFamily="18" charset="0"/>
              </a:rPr>
              <a:t>Login Form.</a:t>
            </a:r>
          </a:p>
          <a:p>
            <a:pPr>
              <a:lnSpc>
                <a:spcPct val="150000"/>
              </a:lnSpc>
            </a:pPr>
            <a:r>
              <a:rPr lang="en-US" sz="2800" dirty="0">
                <a:latin typeface="Rockwell" panose="02060603020205020403" pitchFamily="18" charset="0"/>
              </a:rPr>
              <a:t>Reservation Form.</a:t>
            </a:r>
          </a:p>
          <a:p>
            <a:pPr>
              <a:lnSpc>
                <a:spcPct val="150000"/>
              </a:lnSpc>
            </a:pPr>
            <a:r>
              <a:rPr lang="en-US" sz="2800" dirty="0">
                <a:latin typeface="Rockwell" panose="02060603020205020403" pitchFamily="18" charset="0"/>
              </a:rPr>
              <a:t>Cancellation Form.</a:t>
            </a:r>
          </a:p>
          <a:p>
            <a:pPr>
              <a:lnSpc>
                <a:spcPct val="150000"/>
              </a:lnSpc>
            </a:pPr>
            <a:r>
              <a:rPr lang="en-US" sz="2800" dirty="0">
                <a:latin typeface="Rockwell" panose="02060603020205020403" pitchFamily="18" charset="0"/>
              </a:rPr>
              <a:t>PNR Enquiry.</a:t>
            </a:r>
          </a:p>
          <a:p>
            <a:pPr>
              <a:lnSpc>
                <a:spcPct val="150000"/>
              </a:lnSpc>
            </a:pPr>
            <a:r>
              <a:rPr lang="en-US" sz="2800" dirty="0">
                <a:latin typeface="Rockwell" panose="02060603020205020403" pitchFamily="18" charset="0"/>
              </a:rPr>
              <a:t>Exit.</a:t>
            </a:r>
          </a:p>
          <a:p>
            <a:pPr marL="2334" indent="0">
              <a:buNone/>
            </a:pPr>
            <a:endParaRPr lang="en-US" sz="2800" dirty="0"/>
          </a:p>
          <a:p>
            <a:endParaRPr lang="en-IN" dirty="0"/>
          </a:p>
        </p:txBody>
      </p:sp>
    </p:spTree>
    <p:extLst>
      <p:ext uri="{BB962C8B-B14F-4D97-AF65-F5344CB8AC3E}">
        <p14:creationId xmlns:p14="http://schemas.microsoft.com/office/powerpoint/2010/main" val="393051603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F32AE0-B1AF-57FB-E290-CF0AC076206A}"/>
              </a:ext>
            </a:extLst>
          </p:cNvPr>
          <p:cNvSpPr>
            <a:spLocks noGrp="1"/>
          </p:cNvSpPr>
          <p:nvPr>
            <p:ph type="title"/>
          </p:nvPr>
        </p:nvSpPr>
        <p:spPr>
          <a:xfrm>
            <a:off x="1484311" y="117987"/>
            <a:ext cx="10018713" cy="865239"/>
          </a:xfrm>
        </p:spPr>
        <p:txBody>
          <a:bodyPr>
            <a:normAutofit fontScale="90000"/>
          </a:bodyPr>
          <a:lstStyle/>
          <a:p>
            <a:br>
              <a:rPr lang="en-US" dirty="0"/>
            </a:br>
            <a:r>
              <a:rPr lang="en-US" sz="3100" b="1" dirty="0">
                <a:latin typeface="Castellar" panose="020A0402060406010301" pitchFamily="18" charset="0"/>
              </a:rPr>
              <a:t>Welcome Screen</a:t>
            </a:r>
            <a:br>
              <a:rPr lang="en-US" dirty="0"/>
            </a:br>
            <a:endParaRPr lang="en-IN" dirty="0"/>
          </a:p>
        </p:txBody>
      </p:sp>
      <p:pic>
        <p:nvPicPr>
          <p:cNvPr id="4" name="Content Placeholder 3" descr="Screenshot 2024-07-29 145828.png">
            <a:extLst>
              <a:ext uri="{FF2B5EF4-FFF2-40B4-BE49-F238E27FC236}">
                <a16:creationId xmlns:a16="http://schemas.microsoft.com/office/drawing/2014/main" id="{B862ADA8-7F4F-B6DA-691E-BB45A7C3D473}"/>
              </a:ext>
            </a:extLst>
          </p:cNvPr>
          <p:cNvPicPr>
            <a:picLocks noGrp="1" noChangeAspect="1"/>
          </p:cNvPicPr>
          <p:nvPr>
            <p:ph idx="1"/>
          </p:nvPr>
        </p:nvPicPr>
        <p:blipFill>
          <a:blip r:embed="rId2"/>
          <a:stretch>
            <a:fillRect/>
          </a:stretch>
        </p:blipFill>
        <p:spPr>
          <a:xfrm>
            <a:off x="2504430" y="1101111"/>
            <a:ext cx="8352513" cy="5073548"/>
          </a:xfrm>
          <a:prstGeom prst="rect">
            <a:avLst/>
          </a:prstGeom>
        </p:spPr>
      </p:pic>
    </p:spTree>
    <p:extLst>
      <p:ext uri="{BB962C8B-B14F-4D97-AF65-F5344CB8AC3E}">
        <p14:creationId xmlns:p14="http://schemas.microsoft.com/office/powerpoint/2010/main" val="14641928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03C3A5-F6CA-0177-7483-D8260CA594A1}"/>
              </a:ext>
            </a:extLst>
          </p:cNvPr>
          <p:cNvSpPr>
            <a:spLocks noGrp="1"/>
          </p:cNvSpPr>
          <p:nvPr>
            <p:ph type="title"/>
          </p:nvPr>
        </p:nvSpPr>
        <p:spPr>
          <a:xfrm>
            <a:off x="1484311" y="186813"/>
            <a:ext cx="10018713" cy="879987"/>
          </a:xfrm>
        </p:spPr>
        <p:txBody>
          <a:bodyPr>
            <a:normAutofit fontScale="90000"/>
          </a:bodyPr>
          <a:lstStyle/>
          <a:p>
            <a:r>
              <a:rPr lang="en-US" sz="2800" b="1" dirty="0">
                <a:latin typeface="Castellar" panose="020A0402060406010301" pitchFamily="18" charset="0"/>
              </a:rPr>
              <a:t>Login Form </a:t>
            </a:r>
            <a:br>
              <a:rPr lang="en-US" sz="2800" b="1" dirty="0">
                <a:latin typeface="Castellar" panose="020A0402060406010301" pitchFamily="18" charset="0"/>
              </a:rPr>
            </a:br>
            <a:endParaRPr lang="en-IN" sz="2800" b="1" dirty="0">
              <a:latin typeface="Castellar" panose="020A0402060406010301" pitchFamily="18" charset="0"/>
            </a:endParaRPr>
          </a:p>
        </p:txBody>
      </p:sp>
      <p:pic>
        <p:nvPicPr>
          <p:cNvPr id="4" name="Content Placeholder 3" descr="Screenshot 2024-07-29 145901.png">
            <a:extLst>
              <a:ext uri="{FF2B5EF4-FFF2-40B4-BE49-F238E27FC236}">
                <a16:creationId xmlns:a16="http://schemas.microsoft.com/office/drawing/2014/main" id="{145A5522-B4B6-049B-0934-10557F37D59A}"/>
              </a:ext>
            </a:extLst>
          </p:cNvPr>
          <p:cNvPicPr>
            <a:picLocks noGrp="1" noChangeAspect="1"/>
          </p:cNvPicPr>
          <p:nvPr>
            <p:ph idx="1"/>
          </p:nvPr>
        </p:nvPicPr>
        <p:blipFill>
          <a:blip r:embed="rId2"/>
          <a:stretch>
            <a:fillRect/>
          </a:stretch>
        </p:blipFill>
        <p:spPr>
          <a:xfrm>
            <a:off x="2615381" y="1066800"/>
            <a:ext cx="8092308" cy="4685071"/>
          </a:xfrm>
          <a:prstGeom prst="rect">
            <a:avLst/>
          </a:prstGeom>
        </p:spPr>
      </p:pic>
    </p:spTree>
    <p:extLst>
      <p:ext uri="{BB962C8B-B14F-4D97-AF65-F5344CB8AC3E}">
        <p14:creationId xmlns:p14="http://schemas.microsoft.com/office/powerpoint/2010/main" val="359027028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B734AD-CA94-DF16-2C04-8ED5C39C818A}"/>
              </a:ext>
            </a:extLst>
          </p:cNvPr>
          <p:cNvSpPr>
            <a:spLocks noGrp="1"/>
          </p:cNvSpPr>
          <p:nvPr>
            <p:ph type="title"/>
          </p:nvPr>
        </p:nvSpPr>
        <p:spPr>
          <a:xfrm>
            <a:off x="1484310" y="127819"/>
            <a:ext cx="10018713" cy="938981"/>
          </a:xfrm>
        </p:spPr>
        <p:txBody>
          <a:bodyPr>
            <a:normAutofit/>
          </a:bodyPr>
          <a:lstStyle/>
          <a:p>
            <a:r>
              <a:rPr lang="en-US" sz="2800" b="1" dirty="0">
                <a:latin typeface="Castellar" panose="020A0402060406010301" pitchFamily="18" charset="0"/>
              </a:rPr>
              <a:t>Main Screen</a:t>
            </a:r>
            <a:endParaRPr lang="en-IN" sz="2800" b="1" dirty="0">
              <a:latin typeface="Castellar" panose="020A0402060406010301" pitchFamily="18" charset="0"/>
            </a:endParaRPr>
          </a:p>
        </p:txBody>
      </p:sp>
      <p:pic>
        <p:nvPicPr>
          <p:cNvPr id="4" name="Content Placeholder 3" descr="Screenshot 2024-07-29 145928.png">
            <a:extLst>
              <a:ext uri="{FF2B5EF4-FFF2-40B4-BE49-F238E27FC236}">
                <a16:creationId xmlns:a16="http://schemas.microsoft.com/office/drawing/2014/main" id="{6E3D1E37-F5B0-1502-D54A-E103FDE180A5}"/>
              </a:ext>
            </a:extLst>
          </p:cNvPr>
          <p:cNvPicPr>
            <a:picLocks noGrp="1" noChangeAspect="1"/>
          </p:cNvPicPr>
          <p:nvPr>
            <p:ph idx="1"/>
          </p:nvPr>
        </p:nvPicPr>
        <p:blipFill>
          <a:blip r:embed="rId2"/>
          <a:stretch>
            <a:fillRect/>
          </a:stretch>
        </p:blipFill>
        <p:spPr>
          <a:xfrm>
            <a:off x="2986852" y="1214284"/>
            <a:ext cx="7663228" cy="5087938"/>
          </a:xfrm>
          <a:prstGeom prst="rect">
            <a:avLst/>
          </a:prstGeom>
        </p:spPr>
      </p:pic>
    </p:spTree>
    <p:extLst>
      <p:ext uri="{BB962C8B-B14F-4D97-AF65-F5344CB8AC3E}">
        <p14:creationId xmlns:p14="http://schemas.microsoft.com/office/powerpoint/2010/main" val="168785855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B6A1F0-FB4B-C54C-5BAC-E191C5F006AA}"/>
              </a:ext>
            </a:extLst>
          </p:cNvPr>
          <p:cNvSpPr>
            <a:spLocks noGrp="1"/>
          </p:cNvSpPr>
          <p:nvPr>
            <p:ph type="title"/>
          </p:nvPr>
        </p:nvSpPr>
        <p:spPr>
          <a:xfrm>
            <a:off x="1897625" y="196645"/>
            <a:ext cx="9605398" cy="1081550"/>
          </a:xfrm>
        </p:spPr>
        <p:txBody>
          <a:bodyPr>
            <a:normAutofit/>
          </a:bodyPr>
          <a:lstStyle/>
          <a:p>
            <a:r>
              <a:rPr lang="en-US" sz="2800" b="1" dirty="0">
                <a:latin typeface="Castellar" panose="020A0402060406010301" pitchFamily="18" charset="0"/>
              </a:rPr>
              <a:t>Reservation System </a:t>
            </a:r>
            <a:br>
              <a:rPr lang="en-US" sz="2800" b="1" dirty="0">
                <a:latin typeface="Castellar" panose="020A0402060406010301" pitchFamily="18" charset="0"/>
              </a:rPr>
            </a:br>
            <a:endParaRPr lang="en-IN" sz="2800" b="1" dirty="0">
              <a:latin typeface="Castellar" panose="020A0402060406010301" pitchFamily="18" charset="0"/>
            </a:endParaRPr>
          </a:p>
        </p:txBody>
      </p:sp>
      <p:pic>
        <p:nvPicPr>
          <p:cNvPr id="4" name="Content Placeholder 3" descr="Screenshot 2024-07-29 150059.png">
            <a:extLst>
              <a:ext uri="{FF2B5EF4-FFF2-40B4-BE49-F238E27FC236}">
                <a16:creationId xmlns:a16="http://schemas.microsoft.com/office/drawing/2014/main" id="{B0C1112D-31A2-468F-A331-13E42A204573}"/>
              </a:ext>
            </a:extLst>
          </p:cNvPr>
          <p:cNvPicPr>
            <a:picLocks noGrp="1" noChangeAspect="1"/>
          </p:cNvPicPr>
          <p:nvPr>
            <p:ph idx="1"/>
          </p:nvPr>
        </p:nvPicPr>
        <p:blipFill>
          <a:blip r:embed="rId2"/>
          <a:stretch>
            <a:fillRect/>
          </a:stretch>
        </p:blipFill>
        <p:spPr>
          <a:xfrm>
            <a:off x="3329491" y="1003659"/>
            <a:ext cx="7036995" cy="5092700"/>
          </a:xfrm>
          <a:prstGeom prst="rect">
            <a:avLst/>
          </a:prstGeom>
        </p:spPr>
      </p:pic>
    </p:spTree>
    <p:extLst>
      <p:ext uri="{BB962C8B-B14F-4D97-AF65-F5344CB8AC3E}">
        <p14:creationId xmlns:p14="http://schemas.microsoft.com/office/powerpoint/2010/main" val="52299935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C390D4-6F36-51A4-30D7-7720F7CE7FDF}"/>
              </a:ext>
            </a:extLst>
          </p:cNvPr>
          <p:cNvSpPr>
            <a:spLocks noGrp="1"/>
          </p:cNvSpPr>
          <p:nvPr>
            <p:ph type="title"/>
          </p:nvPr>
        </p:nvSpPr>
        <p:spPr>
          <a:xfrm>
            <a:off x="1582994" y="324465"/>
            <a:ext cx="9920030" cy="855406"/>
          </a:xfrm>
        </p:spPr>
        <p:txBody>
          <a:bodyPr>
            <a:noAutofit/>
          </a:bodyPr>
          <a:lstStyle/>
          <a:p>
            <a:r>
              <a:rPr lang="en-US" sz="2800" b="1" dirty="0">
                <a:latin typeface="Castellar" panose="020A0402060406010301" pitchFamily="18" charset="0"/>
              </a:rPr>
              <a:t>Passenger Form</a:t>
            </a:r>
            <a:br>
              <a:rPr lang="en-US" sz="2800" dirty="0">
                <a:latin typeface="Castellar" panose="020A0402060406010301" pitchFamily="18" charset="0"/>
              </a:rPr>
            </a:br>
            <a:endParaRPr lang="en-IN" sz="2800" dirty="0">
              <a:latin typeface="Castellar" panose="020A0402060406010301" pitchFamily="18" charset="0"/>
            </a:endParaRPr>
          </a:p>
        </p:txBody>
      </p:sp>
      <p:pic>
        <p:nvPicPr>
          <p:cNvPr id="4" name="Content Placeholder 3" descr="Screenshot 2024-07-29 150119.png">
            <a:extLst>
              <a:ext uri="{FF2B5EF4-FFF2-40B4-BE49-F238E27FC236}">
                <a16:creationId xmlns:a16="http://schemas.microsoft.com/office/drawing/2014/main" id="{48577F62-CC3B-0CE1-F6A3-094F9B70FCCD}"/>
              </a:ext>
            </a:extLst>
          </p:cNvPr>
          <p:cNvPicPr>
            <a:picLocks noGrp="1" noChangeAspect="1"/>
          </p:cNvPicPr>
          <p:nvPr>
            <p:ph idx="1"/>
          </p:nvPr>
        </p:nvPicPr>
        <p:blipFill>
          <a:blip r:embed="rId2"/>
          <a:stretch>
            <a:fillRect/>
          </a:stretch>
        </p:blipFill>
        <p:spPr>
          <a:xfrm>
            <a:off x="3087550" y="962946"/>
            <a:ext cx="7157236" cy="5192713"/>
          </a:xfrm>
          <a:prstGeom prst="rect">
            <a:avLst/>
          </a:prstGeom>
        </p:spPr>
      </p:pic>
    </p:spTree>
    <p:extLst>
      <p:ext uri="{BB962C8B-B14F-4D97-AF65-F5344CB8AC3E}">
        <p14:creationId xmlns:p14="http://schemas.microsoft.com/office/powerpoint/2010/main" val="189073551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8702D5-484F-8BB7-F5E7-F7C28F1F08EE}"/>
              </a:ext>
            </a:extLst>
          </p:cNvPr>
          <p:cNvSpPr>
            <a:spLocks noGrp="1"/>
          </p:cNvSpPr>
          <p:nvPr>
            <p:ph type="title"/>
          </p:nvPr>
        </p:nvSpPr>
        <p:spPr>
          <a:xfrm>
            <a:off x="1828799" y="265471"/>
            <a:ext cx="9674224" cy="801329"/>
          </a:xfrm>
        </p:spPr>
        <p:txBody>
          <a:bodyPr>
            <a:normAutofit/>
          </a:bodyPr>
          <a:lstStyle/>
          <a:p>
            <a:r>
              <a:rPr lang="en-US" sz="2800" b="1" dirty="0">
                <a:latin typeface="Castellar" panose="020A0402060406010301" pitchFamily="18" charset="0"/>
              </a:rPr>
              <a:t>Enquiry Form</a:t>
            </a:r>
            <a:endParaRPr lang="en-IN" sz="2800" dirty="0">
              <a:latin typeface="Castellar" panose="020A0402060406010301" pitchFamily="18" charset="0"/>
            </a:endParaRPr>
          </a:p>
        </p:txBody>
      </p:sp>
      <p:pic>
        <p:nvPicPr>
          <p:cNvPr id="6" name="Content Placeholder 5" descr="Screenshot 2024-07-29 150242.png">
            <a:extLst>
              <a:ext uri="{FF2B5EF4-FFF2-40B4-BE49-F238E27FC236}">
                <a16:creationId xmlns:a16="http://schemas.microsoft.com/office/drawing/2014/main" id="{2D8E59F2-4C3A-8609-2A9F-9BC23EF08AB3}"/>
              </a:ext>
            </a:extLst>
          </p:cNvPr>
          <p:cNvPicPr>
            <a:picLocks noGrp="1" noChangeAspect="1"/>
          </p:cNvPicPr>
          <p:nvPr>
            <p:ph idx="1"/>
          </p:nvPr>
        </p:nvPicPr>
        <p:blipFill>
          <a:blip r:embed="rId2"/>
          <a:stretch>
            <a:fillRect/>
          </a:stretch>
        </p:blipFill>
        <p:spPr>
          <a:xfrm>
            <a:off x="2958715" y="1066800"/>
            <a:ext cx="8045094" cy="5103813"/>
          </a:xfrm>
          <a:prstGeom prst="rect">
            <a:avLst/>
          </a:prstGeom>
        </p:spPr>
      </p:pic>
    </p:spTree>
    <p:extLst>
      <p:ext uri="{BB962C8B-B14F-4D97-AF65-F5344CB8AC3E}">
        <p14:creationId xmlns:p14="http://schemas.microsoft.com/office/powerpoint/2010/main" val="128387774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B02DCB-2767-70F3-9DAE-9A9B9E02BE7F}"/>
              </a:ext>
            </a:extLst>
          </p:cNvPr>
          <p:cNvSpPr>
            <a:spLocks noGrp="1"/>
          </p:cNvSpPr>
          <p:nvPr>
            <p:ph type="title"/>
          </p:nvPr>
        </p:nvSpPr>
        <p:spPr>
          <a:xfrm>
            <a:off x="1671483" y="240891"/>
            <a:ext cx="9831540" cy="825909"/>
          </a:xfrm>
        </p:spPr>
        <p:txBody>
          <a:bodyPr>
            <a:normAutofit fontScale="90000"/>
          </a:bodyPr>
          <a:lstStyle/>
          <a:p>
            <a:r>
              <a:rPr lang="en-US" sz="2800" b="1" dirty="0">
                <a:latin typeface="Castellar" panose="020A0402060406010301" pitchFamily="18" charset="0"/>
              </a:rPr>
              <a:t>CANCELLATION Form</a:t>
            </a:r>
            <a:br>
              <a:rPr lang="en-US" sz="2800" b="1" dirty="0">
                <a:latin typeface="Castellar" panose="020A0402060406010301" pitchFamily="18" charset="0"/>
              </a:rPr>
            </a:br>
            <a:endParaRPr lang="en-IN" sz="2800" b="1" dirty="0">
              <a:latin typeface="Castellar" panose="020A0402060406010301" pitchFamily="18" charset="0"/>
            </a:endParaRPr>
          </a:p>
        </p:txBody>
      </p:sp>
      <p:pic>
        <p:nvPicPr>
          <p:cNvPr id="4" name="Content Placeholder 3" descr="Screenshot 2024-07-29 150225.png">
            <a:extLst>
              <a:ext uri="{FF2B5EF4-FFF2-40B4-BE49-F238E27FC236}">
                <a16:creationId xmlns:a16="http://schemas.microsoft.com/office/drawing/2014/main" id="{3F23394B-FD5F-B60D-7511-613E7CB14923}"/>
              </a:ext>
            </a:extLst>
          </p:cNvPr>
          <p:cNvPicPr>
            <a:picLocks noGrp="1" noChangeAspect="1"/>
          </p:cNvPicPr>
          <p:nvPr>
            <p:ph idx="1"/>
          </p:nvPr>
        </p:nvPicPr>
        <p:blipFill>
          <a:blip r:embed="rId2"/>
          <a:stretch>
            <a:fillRect/>
          </a:stretch>
        </p:blipFill>
        <p:spPr>
          <a:xfrm>
            <a:off x="3205315" y="1066800"/>
            <a:ext cx="7049729" cy="4930877"/>
          </a:xfrm>
          <a:prstGeom prst="rect">
            <a:avLst/>
          </a:prstGeom>
        </p:spPr>
      </p:pic>
    </p:spTree>
    <p:extLst>
      <p:ext uri="{BB962C8B-B14F-4D97-AF65-F5344CB8AC3E}">
        <p14:creationId xmlns:p14="http://schemas.microsoft.com/office/powerpoint/2010/main" val="312495623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FCBAFB-E645-D7CF-1FA5-FDD6C557C727}"/>
              </a:ext>
            </a:extLst>
          </p:cNvPr>
          <p:cNvSpPr>
            <a:spLocks noGrp="1"/>
          </p:cNvSpPr>
          <p:nvPr>
            <p:ph type="title"/>
          </p:nvPr>
        </p:nvSpPr>
        <p:spPr>
          <a:xfrm>
            <a:off x="1484311" y="685800"/>
            <a:ext cx="10018713" cy="4594123"/>
          </a:xfrm>
        </p:spPr>
        <p:txBody>
          <a:bodyPr>
            <a:normAutofit/>
          </a:bodyPr>
          <a:lstStyle/>
          <a:p>
            <a:r>
              <a:rPr lang="en-IN" sz="6000" b="1" dirty="0">
                <a:latin typeface="Castellar" panose="020A0402060406010301" pitchFamily="18" charset="0"/>
              </a:rPr>
              <a:t>THANK YOU</a:t>
            </a:r>
          </a:p>
        </p:txBody>
      </p:sp>
    </p:spTree>
    <p:extLst>
      <p:ext uri="{BB962C8B-B14F-4D97-AF65-F5344CB8AC3E}">
        <p14:creationId xmlns:p14="http://schemas.microsoft.com/office/powerpoint/2010/main" val="900876775"/>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Parallax">
  <a:themeElements>
    <a:clrScheme name="Parallax">
      <a:dk1>
        <a:sysClr val="windowText" lastClr="000000"/>
      </a:dk1>
      <a:lt1>
        <a:sysClr val="window" lastClr="FFFFFF"/>
      </a:lt1>
      <a:dk2>
        <a:srgbClr val="212121"/>
      </a:dk2>
      <a:lt2>
        <a:srgbClr val="CDD0D1"/>
      </a:lt2>
      <a:accent1>
        <a:srgbClr val="EB8F22"/>
      </a:accent1>
      <a:accent2>
        <a:srgbClr val="CD4223"/>
      </a:accent2>
      <a:accent3>
        <a:srgbClr val="A89374"/>
      </a:accent3>
      <a:accent4>
        <a:srgbClr val="83AA67"/>
      </a:accent4>
      <a:accent5>
        <a:srgbClr val="4FA9C1"/>
      </a:accent5>
      <a:accent6>
        <a:srgbClr val="9390AF"/>
      </a:accent6>
      <a:hlink>
        <a:srgbClr val="EC7220"/>
      </a:hlink>
      <a:folHlink>
        <a:srgbClr val="F09355"/>
      </a:folHlink>
    </a:clrScheme>
    <a:fontScheme name="Parallax">
      <a:majorFont>
        <a:latin typeface="Corbel" panose="020B0503020204020204"/>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Corbel" panose="020B0503020204020204"/>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Parallax">
      <a:fillStyleLst>
        <a:solidFill>
          <a:schemeClr val="phClr"/>
        </a:solidFill>
        <a:gradFill rotWithShape="1">
          <a:gsLst>
            <a:gs pos="0">
              <a:schemeClr val="phClr">
                <a:tint val="60000"/>
                <a:lumMod val="104000"/>
              </a:schemeClr>
            </a:gs>
            <a:gs pos="100000">
              <a:schemeClr val="phClr">
                <a:tint val="84000"/>
              </a:schemeClr>
            </a:gs>
          </a:gsLst>
          <a:lin ang="5400000" scaled="0"/>
        </a:gradFill>
        <a:gradFill rotWithShape="1">
          <a:gsLst>
            <a:gs pos="0">
              <a:schemeClr val="phClr">
                <a:tint val="96000"/>
                <a:lumMod val="102000"/>
              </a:schemeClr>
            </a:gs>
            <a:gs pos="100000">
              <a:schemeClr val="phClr">
                <a:shade val="88000"/>
                <a:lumMod val="94000"/>
              </a:schemeClr>
            </a:gs>
          </a:gsLst>
          <a:path path="circle">
            <a:fillToRect l="50000" t="100000" r="100000" b="50000"/>
          </a:path>
        </a:gradFill>
      </a:fillStyleLst>
      <a:lnStyleLst>
        <a:ln w="9525" cap="rnd" cmpd="sng" algn="ctr">
          <a:solidFill>
            <a:schemeClr val="phClr">
              <a:tint val="6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reflection blurRad="12700" stA="26000" endPos="32000" dist="12700" dir="5400000" sy="-100000" rotWithShape="0"/>
          </a:effectLst>
        </a:effectStyle>
        <a:effectStyle>
          <a:effectLst>
            <a:outerShdw blurRad="38100" dist="25400" dir="5400000" rotWithShape="0">
              <a:srgbClr val="000000">
                <a:alpha val="64000"/>
              </a:srgbClr>
            </a:outerShdw>
          </a:effectLst>
          <a:scene3d>
            <a:camera prst="orthographicFront">
              <a:rot lat="0" lon="0" rev="0"/>
            </a:camera>
            <a:lightRig rig="threePt" dir="tl">
              <a:rot lat="0" lon="0" rev="1200000"/>
            </a:lightRig>
          </a:scene3d>
          <a:sp3d>
            <a:bevelT w="25400" h="12700"/>
          </a:sp3d>
        </a:effectStyle>
      </a:effectStyleLst>
      <a:bgFillStyleLst>
        <a:solidFill>
          <a:schemeClr val="phClr"/>
        </a:solidFill>
        <a:gradFill rotWithShape="1">
          <a:gsLst>
            <a:gs pos="0">
              <a:schemeClr val="phClr">
                <a:tint val="90000"/>
                <a:lumMod val="110000"/>
              </a:schemeClr>
            </a:gs>
            <a:gs pos="100000">
              <a:schemeClr val="phClr">
                <a:shade val="64000"/>
                <a:lumMod val="98000"/>
              </a:schemeClr>
            </a:gs>
          </a:gsLst>
          <a:lin ang="5400000" scaled="0"/>
        </a:gradFill>
        <a:blipFill rotWithShape="1">
          <a:blip xmlns:r="http://schemas.openxmlformats.org/officeDocument/2006/relationships" r:embed="rId1">
            <a:duotone>
              <a:schemeClr val="phClr">
                <a:shade val="76000"/>
                <a:satMod val="180000"/>
              </a:schemeClr>
              <a:schemeClr val="phClr">
                <a:tint val="80000"/>
                <a:satMod val="120000"/>
                <a:lumMod val="180000"/>
              </a:schemeClr>
            </a:duotone>
          </a:blip>
          <a:stretch/>
        </a:blipFill>
      </a:bgFillStyleLst>
    </a:fmtScheme>
  </a:themeElements>
  <a:objectDefaults/>
  <a:extraClrSchemeLst/>
  <a:extLst>
    <a:ext uri="{05A4C25C-085E-4340-85A3-A5531E510DB2}">
      <thm15:themeFamily xmlns:thm15="http://schemas.microsoft.com/office/thememl/2012/main" name="Parallax" id="{3388167B-A2EB-4685-9635-1831D9AEF8C4}" vid="{EBEC8F79-A447-43FC-8E81-85E8468AF3F9}"/>
    </a:ext>
  </a:extLst>
</a:theme>
</file>

<file path=docProps/app.xml><?xml version="1.0" encoding="utf-8"?>
<Properties xmlns="http://schemas.openxmlformats.org/officeDocument/2006/extended-properties" xmlns:vt="http://schemas.openxmlformats.org/officeDocument/2006/docPropsVTypes">
  <Template>Parallax</Template>
  <TotalTime>152</TotalTime>
  <Words>601</Words>
  <Application>Microsoft Office PowerPoint</Application>
  <PresentationFormat>Widescreen</PresentationFormat>
  <Paragraphs>66</Paragraphs>
  <Slides>22</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22</vt:i4>
      </vt:variant>
    </vt:vector>
  </HeadingPairs>
  <TitlesOfParts>
    <vt:vector size="30" baseType="lpstr">
      <vt:lpstr>Algerian</vt:lpstr>
      <vt:lpstr>Arial</vt:lpstr>
      <vt:lpstr>Castellar</vt:lpstr>
      <vt:lpstr>Corbel</vt:lpstr>
      <vt:lpstr>Rockwell</vt:lpstr>
      <vt:lpstr>Sitka Display Semibold</vt:lpstr>
      <vt:lpstr>Wingdings</vt:lpstr>
      <vt:lpstr>Parallax</vt:lpstr>
      <vt:lpstr>Six weeks   industrial                   training</vt:lpstr>
      <vt:lpstr>Presentation  on railway reservation  system</vt:lpstr>
      <vt:lpstr>Introduction </vt:lpstr>
      <vt:lpstr>Cntd….</vt:lpstr>
      <vt:lpstr>Scope &amp; Objectives</vt:lpstr>
      <vt:lpstr>PowerPoint Presentation</vt:lpstr>
      <vt:lpstr>Features</vt:lpstr>
      <vt:lpstr>PowerPoint Presentation</vt:lpstr>
      <vt:lpstr>Java awt</vt:lpstr>
      <vt:lpstr>Event Handling</vt:lpstr>
      <vt:lpstr>PowerPoint Presentation</vt:lpstr>
      <vt:lpstr>What is java swing?</vt:lpstr>
      <vt:lpstr>GRAPHICAL USER INTERFACE</vt:lpstr>
      <vt:lpstr>Number of Modules in Project</vt:lpstr>
      <vt:lpstr> Welcome Screen </vt:lpstr>
      <vt:lpstr>Login Form  </vt:lpstr>
      <vt:lpstr>Main Screen</vt:lpstr>
      <vt:lpstr>Reservation System  </vt:lpstr>
      <vt:lpstr>Passenger Form </vt:lpstr>
      <vt:lpstr>Enquiry Form</vt:lpstr>
      <vt:lpstr>CANCELLATION Form </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Sheetal Kumari</dc:creator>
  <cp:lastModifiedBy>Sheetal Kumari</cp:lastModifiedBy>
  <cp:revision>1</cp:revision>
  <dcterms:created xsi:type="dcterms:W3CDTF">2024-09-26T16:20:54Z</dcterms:created>
  <dcterms:modified xsi:type="dcterms:W3CDTF">2024-09-26T18:53:34Z</dcterms:modified>
</cp:coreProperties>
</file>